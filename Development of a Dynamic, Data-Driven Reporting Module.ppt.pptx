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4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3892FC-0CDC-4E9E-A613-699FA48E4C2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4D3A76-A25A-434E-9AD5-F441B25E9B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• NPCYF is India’s national program for crop yield forecasting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442E95-68CB-465E-8325-12C2829BF2BE}" type="parTrans" cxnId="{2D570242-3BF9-433B-AA23-F2BF4DCC02CB}">
      <dgm:prSet/>
      <dgm:spPr/>
      <dgm:t>
        <a:bodyPr/>
        <a:lstStyle/>
        <a:p>
          <a:endParaRPr lang="en-US"/>
        </a:p>
      </dgm:t>
    </dgm:pt>
    <dgm:pt modelId="{5D6FE40E-CE11-491E-B999-E42F8949168A}" type="sibTrans" cxnId="{2D570242-3BF9-433B-AA23-F2BF4DCC02CB}">
      <dgm:prSet/>
      <dgm:spPr/>
      <dgm:t>
        <a:bodyPr/>
        <a:lstStyle/>
        <a:p>
          <a:endParaRPr lang="en-US"/>
        </a:p>
      </dgm:t>
    </dgm:pt>
    <dgm:pt modelId="{573D81AD-2B4D-43EE-88B1-5B115F2DC2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• Powered by remote sensing, weather &amp; ground-based observations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40289A-F099-47A8-943E-E44A56E66303}" type="parTrans" cxnId="{1BD511E5-C6D2-40F8-80C4-F353FF03BA96}">
      <dgm:prSet/>
      <dgm:spPr/>
      <dgm:t>
        <a:bodyPr/>
        <a:lstStyle/>
        <a:p>
          <a:endParaRPr lang="en-US"/>
        </a:p>
      </dgm:t>
    </dgm:pt>
    <dgm:pt modelId="{8E4633F3-CC78-4BB1-B58D-7F6CD94BEC6C}" type="sibTrans" cxnId="{1BD511E5-C6D2-40F8-80C4-F353FF03BA96}">
      <dgm:prSet/>
      <dgm:spPr/>
      <dgm:t>
        <a:bodyPr/>
        <a:lstStyle/>
        <a:p>
          <a:endParaRPr lang="en-US"/>
        </a:p>
      </dgm:t>
    </dgm:pt>
    <dgm:pt modelId="{865FC958-7172-48AF-BC0D-C0A5D50FCE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• Requires standardized, automated reporting</a:t>
          </a:r>
          <a:br>
            <a:rPr lang="en-US" b="1" dirty="0"/>
          </a:br>
          <a:endParaRPr lang="en-US" dirty="0"/>
        </a:p>
      </dgm:t>
    </dgm:pt>
    <dgm:pt modelId="{AFBF367D-3149-4103-8046-3381E736E227}" type="parTrans" cxnId="{CCF80FC2-4F35-4312-AC9A-B02B515D104C}">
      <dgm:prSet/>
      <dgm:spPr/>
      <dgm:t>
        <a:bodyPr/>
        <a:lstStyle/>
        <a:p>
          <a:endParaRPr lang="en-US"/>
        </a:p>
      </dgm:t>
    </dgm:pt>
    <dgm:pt modelId="{8A0B2748-918B-43E0-B255-1F1587768789}" type="sibTrans" cxnId="{CCF80FC2-4F35-4312-AC9A-B02B515D104C}">
      <dgm:prSet/>
      <dgm:spPr/>
      <dgm:t>
        <a:bodyPr/>
        <a:lstStyle/>
        <a:p>
          <a:endParaRPr lang="en-US"/>
        </a:p>
      </dgm:t>
    </dgm:pt>
    <dgm:pt modelId="{32BE1B1D-716B-434A-B352-FA1D4DB64410}" type="pres">
      <dgm:prSet presAssocID="{1C3892FC-0CDC-4E9E-A613-699FA48E4C22}" presName="root" presStyleCnt="0">
        <dgm:presLayoutVars>
          <dgm:dir/>
          <dgm:resizeHandles val="exact"/>
        </dgm:presLayoutVars>
      </dgm:prSet>
      <dgm:spPr/>
    </dgm:pt>
    <dgm:pt modelId="{21851AE1-AF0E-413E-9B43-0AA41364AA62}" type="pres">
      <dgm:prSet presAssocID="{B74D3A76-A25A-434E-9AD5-F441B25E9B72}" presName="compNode" presStyleCnt="0"/>
      <dgm:spPr/>
    </dgm:pt>
    <dgm:pt modelId="{CA33B749-1FBE-4B84-9F76-E6ACFAE0EEAC}" type="pres">
      <dgm:prSet presAssocID="{B74D3A76-A25A-434E-9AD5-F441B25E9B72}" presName="bgRect" presStyleLbl="bgShp" presStyleIdx="0" presStyleCnt="3"/>
      <dgm:spPr/>
    </dgm:pt>
    <dgm:pt modelId="{EF8EFD85-C735-4177-BA55-D02F614D51A4}" type="pres">
      <dgm:prSet presAssocID="{B74D3A76-A25A-434E-9AD5-F441B25E9B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D9445A76-D59E-46FF-B62D-B8C2142BD470}" type="pres">
      <dgm:prSet presAssocID="{B74D3A76-A25A-434E-9AD5-F441B25E9B72}" presName="spaceRect" presStyleCnt="0"/>
      <dgm:spPr/>
    </dgm:pt>
    <dgm:pt modelId="{A631F972-3B5E-4B6C-A6FA-5F80846FFE1B}" type="pres">
      <dgm:prSet presAssocID="{B74D3A76-A25A-434E-9AD5-F441B25E9B72}" presName="parTx" presStyleLbl="revTx" presStyleIdx="0" presStyleCnt="3">
        <dgm:presLayoutVars>
          <dgm:chMax val="0"/>
          <dgm:chPref val="0"/>
        </dgm:presLayoutVars>
      </dgm:prSet>
      <dgm:spPr/>
    </dgm:pt>
    <dgm:pt modelId="{3772C1E8-5DFB-44CB-BA04-7C8DFA73B327}" type="pres">
      <dgm:prSet presAssocID="{5D6FE40E-CE11-491E-B999-E42F8949168A}" presName="sibTrans" presStyleCnt="0"/>
      <dgm:spPr/>
    </dgm:pt>
    <dgm:pt modelId="{3B087420-7F36-4E23-8F15-19E84215426D}" type="pres">
      <dgm:prSet presAssocID="{573D81AD-2B4D-43EE-88B1-5B115F2DC2DE}" presName="compNode" presStyleCnt="0"/>
      <dgm:spPr/>
    </dgm:pt>
    <dgm:pt modelId="{54DF6EB3-2344-42A6-A073-08271B93B2EF}" type="pres">
      <dgm:prSet presAssocID="{573D81AD-2B4D-43EE-88B1-5B115F2DC2DE}" presName="bgRect" presStyleLbl="bgShp" presStyleIdx="1" presStyleCnt="3"/>
      <dgm:spPr/>
    </dgm:pt>
    <dgm:pt modelId="{75437B0B-7595-44E2-9E4D-E6CA957DEF40}" type="pres">
      <dgm:prSet presAssocID="{573D81AD-2B4D-43EE-88B1-5B115F2DC2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2B8785B4-0C26-49C0-98B5-9CC284D96293}" type="pres">
      <dgm:prSet presAssocID="{573D81AD-2B4D-43EE-88B1-5B115F2DC2DE}" presName="spaceRect" presStyleCnt="0"/>
      <dgm:spPr/>
    </dgm:pt>
    <dgm:pt modelId="{B3D521F1-3F07-4054-9056-5CDEF4849F0A}" type="pres">
      <dgm:prSet presAssocID="{573D81AD-2B4D-43EE-88B1-5B115F2DC2DE}" presName="parTx" presStyleLbl="revTx" presStyleIdx="1" presStyleCnt="3">
        <dgm:presLayoutVars>
          <dgm:chMax val="0"/>
          <dgm:chPref val="0"/>
        </dgm:presLayoutVars>
      </dgm:prSet>
      <dgm:spPr/>
    </dgm:pt>
    <dgm:pt modelId="{D5B80BC8-0B8B-4CE7-A799-B18D6CCBE1FC}" type="pres">
      <dgm:prSet presAssocID="{8E4633F3-CC78-4BB1-B58D-7F6CD94BEC6C}" presName="sibTrans" presStyleCnt="0"/>
      <dgm:spPr/>
    </dgm:pt>
    <dgm:pt modelId="{12C0EF06-03CC-4421-9964-CDD419F00231}" type="pres">
      <dgm:prSet presAssocID="{865FC958-7172-48AF-BC0D-C0A5D50FCE90}" presName="compNode" presStyleCnt="0"/>
      <dgm:spPr/>
    </dgm:pt>
    <dgm:pt modelId="{A665022A-34E2-4AAB-93CA-E1F361796F98}" type="pres">
      <dgm:prSet presAssocID="{865FC958-7172-48AF-BC0D-C0A5D50FCE90}" presName="bgRect" presStyleLbl="bgShp" presStyleIdx="2" presStyleCnt="3"/>
      <dgm:spPr/>
    </dgm:pt>
    <dgm:pt modelId="{C4739F7B-4787-4800-8949-BF885E5936CE}" type="pres">
      <dgm:prSet presAssocID="{865FC958-7172-48AF-BC0D-C0A5D50FCE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F276B40-ADA1-42F8-A150-0CD46A2EBAA3}" type="pres">
      <dgm:prSet presAssocID="{865FC958-7172-48AF-BC0D-C0A5D50FCE90}" presName="spaceRect" presStyleCnt="0"/>
      <dgm:spPr/>
    </dgm:pt>
    <dgm:pt modelId="{3E03FF7C-DDFA-4083-891C-0E144DC7CD87}" type="pres">
      <dgm:prSet presAssocID="{865FC958-7172-48AF-BC0D-C0A5D50FCE9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231330B-2883-42CF-AA53-0994A548871F}" type="presOf" srcId="{865FC958-7172-48AF-BC0D-C0A5D50FCE90}" destId="{3E03FF7C-DDFA-4083-891C-0E144DC7CD87}" srcOrd="0" destOrd="0" presId="urn:microsoft.com/office/officeart/2018/2/layout/IconVerticalSolidList"/>
    <dgm:cxn modelId="{2D570242-3BF9-433B-AA23-F2BF4DCC02CB}" srcId="{1C3892FC-0CDC-4E9E-A613-699FA48E4C22}" destId="{B74D3A76-A25A-434E-9AD5-F441B25E9B72}" srcOrd="0" destOrd="0" parTransId="{09442E95-68CB-465E-8325-12C2829BF2BE}" sibTransId="{5D6FE40E-CE11-491E-B999-E42F8949168A}"/>
    <dgm:cxn modelId="{54243158-0B55-4F7A-85E8-6100346729E4}" type="presOf" srcId="{573D81AD-2B4D-43EE-88B1-5B115F2DC2DE}" destId="{B3D521F1-3F07-4054-9056-5CDEF4849F0A}" srcOrd="0" destOrd="0" presId="urn:microsoft.com/office/officeart/2018/2/layout/IconVerticalSolidList"/>
    <dgm:cxn modelId="{632A6481-239C-41C1-B635-8E60FAA5D470}" type="presOf" srcId="{1C3892FC-0CDC-4E9E-A613-699FA48E4C22}" destId="{32BE1B1D-716B-434A-B352-FA1D4DB64410}" srcOrd="0" destOrd="0" presId="urn:microsoft.com/office/officeart/2018/2/layout/IconVerticalSolidList"/>
    <dgm:cxn modelId="{1F694AA2-327B-4FC1-BDA8-985BC076E096}" type="presOf" srcId="{B74D3A76-A25A-434E-9AD5-F441B25E9B72}" destId="{A631F972-3B5E-4B6C-A6FA-5F80846FFE1B}" srcOrd="0" destOrd="0" presId="urn:microsoft.com/office/officeart/2018/2/layout/IconVerticalSolidList"/>
    <dgm:cxn modelId="{CCF80FC2-4F35-4312-AC9A-B02B515D104C}" srcId="{1C3892FC-0CDC-4E9E-A613-699FA48E4C22}" destId="{865FC958-7172-48AF-BC0D-C0A5D50FCE90}" srcOrd="2" destOrd="0" parTransId="{AFBF367D-3149-4103-8046-3381E736E227}" sibTransId="{8A0B2748-918B-43E0-B255-1F1587768789}"/>
    <dgm:cxn modelId="{1BD511E5-C6D2-40F8-80C4-F353FF03BA96}" srcId="{1C3892FC-0CDC-4E9E-A613-699FA48E4C22}" destId="{573D81AD-2B4D-43EE-88B1-5B115F2DC2DE}" srcOrd="1" destOrd="0" parTransId="{4440289A-F099-47A8-943E-E44A56E66303}" sibTransId="{8E4633F3-CC78-4BB1-B58D-7F6CD94BEC6C}"/>
    <dgm:cxn modelId="{E567B66D-39A5-44D6-A90C-4551F9697F5A}" type="presParOf" srcId="{32BE1B1D-716B-434A-B352-FA1D4DB64410}" destId="{21851AE1-AF0E-413E-9B43-0AA41364AA62}" srcOrd="0" destOrd="0" presId="urn:microsoft.com/office/officeart/2018/2/layout/IconVerticalSolidList"/>
    <dgm:cxn modelId="{8CAD617B-E69E-4061-BACD-868EE848CE7C}" type="presParOf" srcId="{21851AE1-AF0E-413E-9B43-0AA41364AA62}" destId="{CA33B749-1FBE-4B84-9F76-E6ACFAE0EEAC}" srcOrd="0" destOrd="0" presId="urn:microsoft.com/office/officeart/2018/2/layout/IconVerticalSolidList"/>
    <dgm:cxn modelId="{39ED4946-5D64-4B5B-A68B-1B0DD5F89A31}" type="presParOf" srcId="{21851AE1-AF0E-413E-9B43-0AA41364AA62}" destId="{EF8EFD85-C735-4177-BA55-D02F614D51A4}" srcOrd="1" destOrd="0" presId="urn:microsoft.com/office/officeart/2018/2/layout/IconVerticalSolidList"/>
    <dgm:cxn modelId="{28E7B4FE-F601-41B8-AAA8-4D8FC331E3D7}" type="presParOf" srcId="{21851AE1-AF0E-413E-9B43-0AA41364AA62}" destId="{D9445A76-D59E-46FF-B62D-B8C2142BD470}" srcOrd="2" destOrd="0" presId="urn:microsoft.com/office/officeart/2018/2/layout/IconVerticalSolidList"/>
    <dgm:cxn modelId="{F1673BDC-14E4-4BEE-9A8B-64B6FD346962}" type="presParOf" srcId="{21851AE1-AF0E-413E-9B43-0AA41364AA62}" destId="{A631F972-3B5E-4B6C-A6FA-5F80846FFE1B}" srcOrd="3" destOrd="0" presId="urn:microsoft.com/office/officeart/2018/2/layout/IconVerticalSolidList"/>
    <dgm:cxn modelId="{64E82EC0-EBCE-4AC6-B6BC-501D2C5BA4CE}" type="presParOf" srcId="{32BE1B1D-716B-434A-B352-FA1D4DB64410}" destId="{3772C1E8-5DFB-44CB-BA04-7C8DFA73B327}" srcOrd="1" destOrd="0" presId="urn:microsoft.com/office/officeart/2018/2/layout/IconVerticalSolidList"/>
    <dgm:cxn modelId="{980719A7-8FE3-4716-B9BC-A4DA5CDF60FD}" type="presParOf" srcId="{32BE1B1D-716B-434A-B352-FA1D4DB64410}" destId="{3B087420-7F36-4E23-8F15-19E84215426D}" srcOrd="2" destOrd="0" presId="urn:microsoft.com/office/officeart/2018/2/layout/IconVerticalSolidList"/>
    <dgm:cxn modelId="{E8BA0244-F625-410E-8AF9-80AAD78BEF70}" type="presParOf" srcId="{3B087420-7F36-4E23-8F15-19E84215426D}" destId="{54DF6EB3-2344-42A6-A073-08271B93B2EF}" srcOrd="0" destOrd="0" presId="urn:microsoft.com/office/officeart/2018/2/layout/IconVerticalSolidList"/>
    <dgm:cxn modelId="{8C4BB32C-09AB-466C-996B-AA3750FABE24}" type="presParOf" srcId="{3B087420-7F36-4E23-8F15-19E84215426D}" destId="{75437B0B-7595-44E2-9E4D-E6CA957DEF40}" srcOrd="1" destOrd="0" presId="urn:microsoft.com/office/officeart/2018/2/layout/IconVerticalSolidList"/>
    <dgm:cxn modelId="{AB7B4A67-6724-4F88-80C4-5160743B65C4}" type="presParOf" srcId="{3B087420-7F36-4E23-8F15-19E84215426D}" destId="{2B8785B4-0C26-49C0-98B5-9CC284D96293}" srcOrd="2" destOrd="0" presId="urn:microsoft.com/office/officeart/2018/2/layout/IconVerticalSolidList"/>
    <dgm:cxn modelId="{6F756DEA-B489-4809-8179-61A500C1771F}" type="presParOf" srcId="{3B087420-7F36-4E23-8F15-19E84215426D}" destId="{B3D521F1-3F07-4054-9056-5CDEF4849F0A}" srcOrd="3" destOrd="0" presId="urn:microsoft.com/office/officeart/2018/2/layout/IconVerticalSolidList"/>
    <dgm:cxn modelId="{6B8E1151-BC4D-4F7B-9FDB-23039B3E1B1A}" type="presParOf" srcId="{32BE1B1D-716B-434A-B352-FA1D4DB64410}" destId="{D5B80BC8-0B8B-4CE7-A799-B18D6CCBE1FC}" srcOrd="3" destOrd="0" presId="urn:microsoft.com/office/officeart/2018/2/layout/IconVerticalSolidList"/>
    <dgm:cxn modelId="{3D964099-B0A8-4BFC-86FA-A4AE7A725314}" type="presParOf" srcId="{32BE1B1D-716B-434A-B352-FA1D4DB64410}" destId="{12C0EF06-03CC-4421-9964-CDD419F00231}" srcOrd="4" destOrd="0" presId="urn:microsoft.com/office/officeart/2018/2/layout/IconVerticalSolidList"/>
    <dgm:cxn modelId="{3C2E4F12-34E1-42AE-899D-BDA29A4AFBA3}" type="presParOf" srcId="{12C0EF06-03CC-4421-9964-CDD419F00231}" destId="{A665022A-34E2-4AAB-93CA-E1F361796F98}" srcOrd="0" destOrd="0" presId="urn:microsoft.com/office/officeart/2018/2/layout/IconVerticalSolidList"/>
    <dgm:cxn modelId="{439B4A14-D6A8-4109-965B-6FCF000B745F}" type="presParOf" srcId="{12C0EF06-03CC-4421-9964-CDD419F00231}" destId="{C4739F7B-4787-4800-8949-BF885E5936CE}" srcOrd="1" destOrd="0" presId="urn:microsoft.com/office/officeart/2018/2/layout/IconVerticalSolidList"/>
    <dgm:cxn modelId="{DBD58946-DBBD-42F6-A449-6FD0B0E8D432}" type="presParOf" srcId="{12C0EF06-03CC-4421-9964-CDD419F00231}" destId="{0F276B40-ADA1-42F8-A150-0CD46A2EBAA3}" srcOrd="2" destOrd="0" presId="urn:microsoft.com/office/officeart/2018/2/layout/IconVerticalSolidList"/>
    <dgm:cxn modelId="{87396433-90B8-43C8-BC46-CD7966111BCC}" type="presParOf" srcId="{12C0EF06-03CC-4421-9964-CDD419F00231}" destId="{3E03FF7C-DDFA-4083-891C-0E144DC7CD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7F6FC6-26FC-48C2-B78F-859B2F517140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19A55F-661C-4B9A-B574-C9E7DE3CFDDB}">
      <dgm:prSet/>
      <dgm:spPr/>
      <dgm:t>
        <a:bodyPr/>
        <a:lstStyle/>
        <a:p>
          <a:r>
            <a:rPr lang="en-US"/>
            <a:t>Design</a:t>
          </a:r>
        </a:p>
      </dgm:t>
    </dgm:pt>
    <dgm:pt modelId="{918408D7-B254-48B4-AFF4-FBE9E53FA1C9}" type="parTrans" cxnId="{AA030504-DD85-4472-9410-3631E292C0F5}">
      <dgm:prSet/>
      <dgm:spPr/>
      <dgm:t>
        <a:bodyPr/>
        <a:lstStyle/>
        <a:p>
          <a:endParaRPr lang="en-US"/>
        </a:p>
      </dgm:t>
    </dgm:pt>
    <dgm:pt modelId="{4494D146-00A6-4577-A637-5426AC947673}" type="sibTrans" cxnId="{AA030504-DD85-4472-9410-3631E292C0F5}">
      <dgm:prSet/>
      <dgm:spPr/>
      <dgm:t>
        <a:bodyPr/>
        <a:lstStyle/>
        <a:p>
          <a:endParaRPr lang="en-US"/>
        </a:p>
      </dgm:t>
    </dgm:pt>
    <dgm:pt modelId="{C4BBCB1F-D709-4D88-A4AF-9E4DD616A6D5}">
      <dgm:prSet/>
      <dgm:spPr/>
      <dgm:t>
        <a:bodyPr/>
        <a:lstStyle/>
        <a:p>
          <a:r>
            <a:rPr lang="en-US"/>
            <a:t>Design a dynamic reporting engine for NPCYF</a:t>
          </a:r>
        </a:p>
      </dgm:t>
    </dgm:pt>
    <dgm:pt modelId="{9EEB148E-686F-4662-A91D-0C7D526CC2B9}" type="parTrans" cxnId="{561074AF-698B-496E-912C-B2DCC430BD05}">
      <dgm:prSet/>
      <dgm:spPr/>
      <dgm:t>
        <a:bodyPr/>
        <a:lstStyle/>
        <a:p>
          <a:endParaRPr lang="en-US"/>
        </a:p>
      </dgm:t>
    </dgm:pt>
    <dgm:pt modelId="{D053DC26-6712-4820-B61B-DC4D9293B02F}" type="sibTrans" cxnId="{561074AF-698B-496E-912C-B2DCC430BD05}">
      <dgm:prSet/>
      <dgm:spPr/>
      <dgm:t>
        <a:bodyPr/>
        <a:lstStyle/>
        <a:p>
          <a:endParaRPr lang="en-US"/>
        </a:p>
      </dgm:t>
    </dgm:pt>
    <dgm:pt modelId="{97BA4C0F-23A9-475F-ADE7-4D86C0C5D61C}">
      <dgm:prSet/>
      <dgm:spPr/>
      <dgm:t>
        <a:bodyPr/>
        <a:lstStyle/>
        <a:p>
          <a:r>
            <a:rPr lang="en-US"/>
            <a:t>Ensure</a:t>
          </a:r>
        </a:p>
      </dgm:t>
    </dgm:pt>
    <dgm:pt modelId="{445A4A4C-94C5-43A5-A2AA-9EFE8B4109E5}" type="parTrans" cxnId="{5E379DF2-3547-4D26-8F7E-B1493998235C}">
      <dgm:prSet/>
      <dgm:spPr/>
      <dgm:t>
        <a:bodyPr/>
        <a:lstStyle/>
        <a:p>
          <a:endParaRPr lang="en-US"/>
        </a:p>
      </dgm:t>
    </dgm:pt>
    <dgm:pt modelId="{C7701DC7-4A68-4CF0-8CA8-62975A8C7876}" type="sibTrans" cxnId="{5E379DF2-3547-4D26-8F7E-B1493998235C}">
      <dgm:prSet/>
      <dgm:spPr/>
      <dgm:t>
        <a:bodyPr/>
        <a:lstStyle/>
        <a:p>
          <a:endParaRPr lang="en-US"/>
        </a:p>
      </dgm:t>
    </dgm:pt>
    <dgm:pt modelId="{251A3632-EF6C-4B67-B2A2-DD14A4BBB99D}">
      <dgm:prSet/>
      <dgm:spPr/>
      <dgm:t>
        <a:bodyPr/>
        <a:lstStyle/>
        <a:p>
          <a:r>
            <a:rPr lang="en-US"/>
            <a:t>Ensure accurate real-time data retrieval from PostgreSQL</a:t>
          </a:r>
        </a:p>
      </dgm:t>
    </dgm:pt>
    <dgm:pt modelId="{D357C7BB-6FA1-4FDF-9A06-075AB38D64BE}" type="parTrans" cxnId="{FB400C38-DF64-44DD-8040-F397B36B9C58}">
      <dgm:prSet/>
      <dgm:spPr/>
      <dgm:t>
        <a:bodyPr/>
        <a:lstStyle/>
        <a:p>
          <a:endParaRPr lang="en-US"/>
        </a:p>
      </dgm:t>
    </dgm:pt>
    <dgm:pt modelId="{615E5437-F37C-429E-B10D-393E4747FA8A}" type="sibTrans" cxnId="{FB400C38-DF64-44DD-8040-F397B36B9C58}">
      <dgm:prSet/>
      <dgm:spPr/>
      <dgm:t>
        <a:bodyPr/>
        <a:lstStyle/>
        <a:p>
          <a:endParaRPr lang="en-US"/>
        </a:p>
      </dgm:t>
    </dgm:pt>
    <dgm:pt modelId="{1CB0C84E-FB1F-43BB-B1C0-EE71F23A43BA}">
      <dgm:prSet/>
      <dgm:spPr/>
      <dgm:t>
        <a:bodyPr/>
        <a:lstStyle/>
        <a:p>
          <a:r>
            <a:rPr lang="en-US"/>
            <a:t>Implement</a:t>
          </a:r>
        </a:p>
      </dgm:t>
    </dgm:pt>
    <dgm:pt modelId="{FFFF663D-9718-4D2D-A255-DAC6A62A109B}" type="parTrans" cxnId="{2C40CFFF-157F-45A9-B213-1C31A60CDD26}">
      <dgm:prSet/>
      <dgm:spPr/>
      <dgm:t>
        <a:bodyPr/>
        <a:lstStyle/>
        <a:p>
          <a:endParaRPr lang="en-US"/>
        </a:p>
      </dgm:t>
    </dgm:pt>
    <dgm:pt modelId="{D08BE86E-F9C0-4D2E-9D0B-81ED587C0189}" type="sibTrans" cxnId="{2C40CFFF-157F-45A9-B213-1C31A60CDD26}">
      <dgm:prSet/>
      <dgm:spPr/>
      <dgm:t>
        <a:bodyPr/>
        <a:lstStyle/>
        <a:p>
          <a:endParaRPr lang="en-US"/>
        </a:p>
      </dgm:t>
    </dgm:pt>
    <dgm:pt modelId="{7E05DD73-7B54-4E28-80F3-D0E3DA76271A}">
      <dgm:prSet/>
      <dgm:spPr/>
      <dgm:t>
        <a:bodyPr/>
        <a:lstStyle/>
        <a:p>
          <a:r>
            <a:rPr lang="en-US"/>
            <a:t>Implement automated column generation based on DB content</a:t>
          </a:r>
        </a:p>
      </dgm:t>
    </dgm:pt>
    <dgm:pt modelId="{42053AA8-DE5D-4908-A408-BED635E0D8B5}" type="parTrans" cxnId="{75471346-5CAB-43C6-875E-E43BEFE7EF35}">
      <dgm:prSet/>
      <dgm:spPr/>
      <dgm:t>
        <a:bodyPr/>
        <a:lstStyle/>
        <a:p>
          <a:endParaRPr lang="en-US"/>
        </a:p>
      </dgm:t>
    </dgm:pt>
    <dgm:pt modelId="{CA716258-30BA-41BB-BAE3-BBBA01918E98}" type="sibTrans" cxnId="{75471346-5CAB-43C6-875E-E43BEFE7EF35}">
      <dgm:prSet/>
      <dgm:spPr/>
      <dgm:t>
        <a:bodyPr/>
        <a:lstStyle/>
        <a:p>
          <a:endParaRPr lang="en-US"/>
        </a:p>
      </dgm:t>
    </dgm:pt>
    <dgm:pt modelId="{A2088375-7567-460E-936D-1BF08ECD984B}">
      <dgm:prSet/>
      <dgm:spPr/>
      <dgm:t>
        <a:bodyPr/>
        <a:lstStyle/>
        <a:p>
          <a:r>
            <a:rPr lang="en-US"/>
            <a:t>Generate</a:t>
          </a:r>
        </a:p>
      </dgm:t>
    </dgm:pt>
    <dgm:pt modelId="{520BEDE9-60B6-4EC0-8D3A-900EC97D139B}" type="parTrans" cxnId="{F99134F1-0630-4A8E-9AEA-9A21F1C78B58}">
      <dgm:prSet/>
      <dgm:spPr/>
      <dgm:t>
        <a:bodyPr/>
        <a:lstStyle/>
        <a:p>
          <a:endParaRPr lang="en-US"/>
        </a:p>
      </dgm:t>
    </dgm:pt>
    <dgm:pt modelId="{6552CE0D-65B4-4024-8C38-8750C02CC89B}" type="sibTrans" cxnId="{F99134F1-0630-4A8E-9AEA-9A21F1C78B58}">
      <dgm:prSet/>
      <dgm:spPr/>
      <dgm:t>
        <a:bodyPr/>
        <a:lstStyle/>
        <a:p>
          <a:endParaRPr lang="en-US"/>
        </a:p>
      </dgm:t>
    </dgm:pt>
    <dgm:pt modelId="{6194F7A5-7B8C-497A-9DD6-CB5138CF85E2}">
      <dgm:prSet/>
      <dgm:spPr/>
      <dgm:t>
        <a:bodyPr/>
        <a:lstStyle/>
        <a:p>
          <a:r>
            <a:rPr lang="en-US"/>
            <a:t>Generate clean, professional DOCX reports for policymakers</a:t>
          </a:r>
        </a:p>
      </dgm:t>
    </dgm:pt>
    <dgm:pt modelId="{BA9C0291-A819-4E23-89F4-D724C84403EF}" type="parTrans" cxnId="{838C7104-DD3D-46E6-9622-D8AF1D3C0C45}">
      <dgm:prSet/>
      <dgm:spPr/>
      <dgm:t>
        <a:bodyPr/>
        <a:lstStyle/>
        <a:p>
          <a:endParaRPr lang="en-US"/>
        </a:p>
      </dgm:t>
    </dgm:pt>
    <dgm:pt modelId="{A7560492-2912-468F-977E-C39AACE3C13B}" type="sibTrans" cxnId="{838C7104-DD3D-46E6-9622-D8AF1D3C0C45}">
      <dgm:prSet/>
      <dgm:spPr/>
      <dgm:t>
        <a:bodyPr/>
        <a:lstStyle/>
        <a:p>
          <a:endParaRPr lang="en-US"/>
        </a:p>
      </dgm:t>
    </dgm:pt>
    <dgm:pt modelId="{813EEC87-9B86-4CAF-9E2B-3D1998111C9D}">
      <dgm:prSet/>
      <dgm:spPr/>
      <dgm:t>
        <a:bodyPr/>
        <a:lstStyle/>
        <a:p>
          <a:r>
            <a:rPr lang="en-US"/>
            <a:t>Build</a:t>
          </a:r>
        </a:p>
      </dgm:t>
    </dgm:pt>
    <dgm:pt modelId="{5F3D7DBF-6A9C-4AF8-A49E-94503CF9EC09}" type="parTrans" cxnId="{62055A83-DACD-4AEC-91B1-AA5E91FE2929}">
      <dgm:prSet/>
      <dgm:spPr/>
      <dgm:t>
        <a:bodyPr/>
        <a:lstStyle/>
        <a:p>
          <a:endParaRPr lang="en-US"/>
        </a:p>
      </dgm:t>
    </dgm:pt>
    <dgm:pt modelId="{DE507C2E-D894-4FDD-913C-595F1A8E5986}" type="sibTrans" cxnId="{62055A83-DACD-4AEC-91B1-AA5E91FE2929}">
      <dgm:prSet/>
      <dgm:spPr/>
      <dgm:t>
        <a:bodyPr/>
        <a:lstStyle/>
        <a:p>
          <a:endParaRPr lang="en-US"/>
        </a:p>
      </dgm:t>
    </dgm:pt>
    <dgm:pt modelId="{5D5237E3-21D3-41B5-BBFD-DB0AC03DA314}">
      <dgm:prSet/>
      <dgm:spPr/>
      <dgm:t>
        <a:bodyPr/>
        <a:lstStyle/>
        <a:p>
          <a:r>
            <a:rPr lang="en-US" dirty="0"/>
            <a:t>Build a modular backend ready for NPCYF platform integration</a:t>
          </a:r>
        </a:p>
      </dgm:t>
    </dgm:pt>
    <dgm:pt modelId="{F1C8820A-DF1D-49BF-BF3E-C7FB7943576C}" type="parTrans" cxnId="{2EF82CAF-2E43-4EE7-AC34-64ABD9B810C6}">
      <dgm:prSet/>
      <dgm:spPr/>
      <dgm:t>
        <a:bodyPr/>
        <a:lstStyle/>
        <a:p>
          <a:endParaRPr lang="en-US"/>
        </a:p>
      </dgm:t>
    </dgm:pt>
    <dgm:pt modelId="{4D8B1527-6E57-4A4B-BA81-8EE02A80605B}" type="sibTrans" cxnId="{2EF82CAF-2E43-4EE7-AC34-64ABD9B810C6}">
      <dgm:prSet/>
      <dgm:spPr/>
      <dgm:t>
        <a:bodyPr/>
        <a:lstStyle/>
        <a:p>
          <a:endParaRPr lang="en-US"/>
        </a:p>
      </dgm:t>
    </dgm:pt>
    <dgm:pt modelId="{BA971939-C8A8-4DD2-B508-A35FB4BFD8BB}" type="pres">
      <dgm:prSet presAssocID="{8E7F6FC6-26FC-48C2-B78F-859B2F517140}" presName="Name0" presStyleCnt="0">
        <dgm:presLayoutVars>
          <dgm:dir/>
          <dgm:animLvl val="lvl"/>
          <dgm:resizeHandles val="exact"/>
        </dgm:presLayoutVars>
      </dgm:prSet>
      <dgm:spPr/>
    </dgm:pt>
    <dgm:pt modelId="{FD49E84F-2016-423D-B8F5-9D9857417D52}" type="pres">
      <dgm:prSet presAssocID="{BA19A55F-661C-4B9A-B574-C9E7DE3CFDDB}" presName="linNode" presStyleCnt="0"/>
      <dgm:spPr/>
    </dgm:pt>
    <dgm:pt modelId="{5E25EB06-68BC-40DA-9DB3-9A9C47822214}" type="pres">
      <dgm:prSet presAssocID="{BA19A55F-661C-4B9A-B574-C9E7DE3CFDDB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A42423E8-3F3E-4C91-817B-6803B84F12C7}" type="pres">
      <dgm:prSet presAssocID="{BA19A55F-661C-4B9A-B574-C9E7DE3CFDDB}" presName="descendantText" presStyleLbl="alignAccFollowNode1" presStyleIdx="0" presStyleCnt="5">
        <dgm:presLayoutVars>
          <dgm:bulletEnabled/>
        </dgm:presLayoutVars>
      </dgm:prSet>
      <dgm:spPr/>
    </dgm:pt>
    <dgm:pt modelId="{29306081-67FD-40D8-9083-BB2AC95E78F2}" type="pres">
      <dgm:prSet presAssocID="{4494D146-00A6-4577-A637-5426AC947673}" presName="sp" presStyleCnt="0"/>
      <dgm:spPr/>
    </dgm:pt>
    <dgm:pt modelId="{EE335140-A98D-4C60-8F50-EF7E71B8D217}" type="pres">
      <dgm:prSet presAssocID="{97BA4C0F-23A9-475F-ADE7-4D86C0C5D61C}" presName="linNode" presStyleCnt="0"/>
      <dgm:spPr/>
    </dgm:pt>
    <dgm:pt modelId="{4FCB763B-AF4E-4DB2-A35C-DF9FEEECC8EE}" type="pres">
      <dgm:prSet presAssocID="{97BA4C0F-23A9-475F-ADE7-4D86C0C5D61C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6BEE2E90-E12E-43C7-A665-5F3C0FABB923}" type="pres">
      <dgm:prSet presAssocID="{97BA4C0F-23A9-475F-ADE7-4D86C0C5D61C}" presName="descendantText" presStyleLbl="alignAccFollowNode1" presStyleIdx="1" presStyleCnt="5">
        <dgm:presLayoutVars>
          <dgm:bulletEnabled/>
        </dgm:presLayoutVars>
      </dgm:prSet>
      <dgm:spPr/>
    </dgm:pt>
    <dgm:pt modelId="{50A3EE21-6346-4EFF-9D78-89D73DFB8DE9}" type="pres">
      <dgm:prSet presAssocID="{C7701DC7-4A68-4CF0-8CA8-62975A8C7876}" presName="sp" presStyleCnt="0"/>
      <dgm:spPr/>
    </dgm:pt>
    <dgm:pt modelId="{6CB3F22E-E07A-4E8A-A508-776628E16CA9}" type="pres">
      <dgm:prSet presAssocID="{1CB0C84E-FB1F-43BB-B1C0-EE71F23A43BA}" presName="linNode" presStyleCnt="0"/>
      <dgm:spPr/>
    </dgm:pt>
    <dgm:pt modelId="{8A836582-AF1A-4E90-AFAE-EDF957D48818}" type="pres">
      <dgm:prSet presAssocID="{1CB0C84E-FB1F-43BB-B1C0-EE71F23A43BA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879559DD-016D-4793-A069-23AAC418A9C1}" type="pres">
      <dgm:prSet presAssocID="{1CB0C84E-FB1F-43BB-B1C0-EE71F23A43BA}" presName="descendantText" presStyleLbl="alignAccFollowNode1" presStyleIdx="2" presStyleCnt="5">
        <dgm:presLayoutVars>
          <dgm:bulletEnabled/>
        </dgm:presLayoutVars>
      </dgm:prSet>
      <dgm:spPr/>
    </dgm:pt>
    <dgm:pt modelId="{DCEC3F72-64B4-4300-AC15-C50EC71C78EC}" type="pres">
      <dgm:prSet presAssocID="{D08BE86E-F9C0-4D2E-9D0B-81ED587C0189}" presName="sp" presStyleCnt="0"/>
      <dgm:spPr/>
    </dgm:pt>
    <dgm:pt modelId="{C34A53E2-F3A9-4313-B56D-F622B70FF744}" type="pres">
      <dgm:prSet presAssocID="{A2088375-7567-460E-936D-1BF08ECD984B}" presName="linNode" presStyleCnt="0"/>
      <dgm:spPr/>
    </dgm:pt>
    <dgm:pt modelId="{EBD29BF8-90E2-4866-9ED7-BFDE46E85923}" type="pres">
      <dgm:prSet presAssocID="{A2088375-7567-460E-936D-1BF08ECD984B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25E3E05A-FA50-40CA-9885-FF14B139B2D6}" type="pres">
      <dgm:prSet presAssocID="{A2088375-7567-460E-936D-1BF08ECD984B}" presName="descendantText" presStyleLbl="alignAccFollowNode1" presStyleIdx="3" presStyleCnt="5">
        <dgm:presLayoutVars>
          <dgm:bulletEnabled/>
        </dgm:presLayoutVars>
      </dgm:prSet>
      <dgm:spPr/>
    </dgm:pt>
    <dgm:pt modelId="{B0BCDFF3-1899-47F9-8BED-E054ECAD9D19}" type="pres">
      <dgm:prSet presAssocID="{6552CE0D-65B4-4024-8C38-8750C02CC89B}" presName="sp" presStyleCnt="0"/>
      <dgm:spPr/>
    </dgm:pt>
    <dgm:pt modelId="{758CB02D-0646-4B74-B85C-93A6E0FE7A4A}" type="pres">
      <dgm:prSet presAssocID="{813EEC87-9B86-4CAF-9E2B-3D1998111C9D}" presName="linNode" presStyleCnt="0"/>
      <dgm:spPr/>
    </dgm:pt>
    <dgm:pt modelId="{27EB04F8-B8F5-4B0B-8CC4-E335830F13FF}" type="pres">
      <dgm:prSet presAssocID="{813EEC87-9B86-4CAF-9E2B-3D1998111C9D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0FA9363D-765C-4ED5-AE23-D1A73D80DBA6}" type="pres">
      <dgm:prSet presAssocID="{813EEC87-9B86-4CAF-9E2B-3D1998111C9D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AA030504-DD85-4472-9410-3631E292C0F5}" srcId="{8E7F6FC6-26FC-48C2-B78F-859B2F517140}" destId="{BA19A55F-661C-4B9A-B574-C9E7DE3CFDDB}" srcOrd="0" destOrd="0" parTransId="{918408D7-B254-48B4-AFF4-FBE9E53FA1C9}" sibTransId="{4494D146-00A6-4577-A637-5426AC947673}"/>
    <dgm:cxn modelId="{838C7104-DD3D-46E6-9622-D8AF1D3C0C45}" srcId="{A2088375-7567-460E-936D-1BF08ECD984B}" destId="{6194F7A5-7B8C-497A-9DD6-CB5138CF85E2}" srcOrd="0" destOrd="0" parTransId="{BA9C0291-A819-4E23-89F4-D724C84403EF}" sibTransId="{A7560492-2912-468F-977E-C39AACE3C13B}"/>
    <dgm:cxn modelId="{6109D520-00C3-4B49-89ED-40A0652594DE}" type="presOf" srcId="{BA19A55F-661C-4B9A-B574-C9E7DE3CFDDB}" destId="{5E25EB06-68BC-40DA-9DB3-9A9C47822214}" srcOrd="0" destOrd="0" presId="urn:microsoft.com/office/officeart/2016/7/layout/VerticalSolidActionList"/>
    <dgm:cxn modelId="{DDA5B834-7DA0-4E5F-9E93-E4BD59F3DE1E}" type="presOf" srcId="{C4BBCB1F-D709-4D88-A4AF-9E4DD616A6D5}" destId="{A42423E8-3F3E-4C91-817B-6803B84F12C7}" srcOrd="0" destOrd="0" presId="urn:microsoft.com/office/officeart/2016/7/layout/VerticalSolidActionList"/>
    <dgm:cxn modelId="{FB400C38-DF64-44DD-8040-F397B36B9C58}" srcId="{97BA4C0F-23A9-475F-ADE7-4D86C0C5D61C}" destId="{251A3632-EF6C-4B67-B2A2-DD14A4BBB99D}" srcOrd="0" destOrd="0" parTransId="{D357C7BB-6FA1-4FDF-9A06-075AB38D64BE}" sibTransId="{615E5437-F37C-429E-B10D-393E4747FA8A}"/>
    <dgm:cxn modelId="{D514905F-E249-42B6-9EBA-6E83AC0C3465}" type="presOf" srcId="{6194F7A5-7B8C-497A-9DD6-CB5138CF85E2}" destId="{25E3E05A-FA50-40CA-9885-FF14B139B2D6}" srcOrd="0" destOrd="0" presId="urn:microsoft.com/office/officeart/2016/7/layout/VerticalSolidActionList"/>
    <dgm:cxn modelId="{0B515041-B2DD-4F59-9240-2591C13DF5AB}" type="presOf" srcId="{97BA4C0F-23A9-475F-ADE7-4D86C0C5D61C}" destId="{4FCB763B-AF4E-4DB2-A35C-DF9FEEECC8EE}" srcOrd="0" destOrd="0" presId="urn:microsoft.com/office/officeart/2016/7/layout/VerticalSolidActionList"/>
    <dgm:cxn modelId="{75471346-5CAB-43C6-875E-E43BEFE7EF35}" srcId="{1CB0C84E-FB1F-43BB-B1C0-EE71F23A43BA}" destId="{7E05DD73-7B54-4E28-80F3-D0E3DA76271A}" srcOrd="0" destOrd="0" parTransId="{42053AA8-DE5D-4908-A408-BED635E0D8B5}" sibTransId="{CA716258-30BA-41BB-BAE3-BBBA01918E98}"/>
    <dgm:cxn modelId="{3C36826E-C2D1-48C5-ADE9-472368BF76B7}" type="presOf" srcId="{813EEC87-9B86-4CAF-9E2B-3D1998111C9D}" destId="{27EB04F8-B8F5-4B0B-8CC4-E335830F13FF}" srcOrd="0" destOrd="0" presId="urn:microsoft.com/office/officeart/2016/7/layout/VerticalSolidActionList"/>
    <dgm:cxn modelId="{88C8C975-4B8C-4718-A9B0-35D32C6365EB}" type="presOf" srcId="{8E7F6FC6-26FC-48C2-B78F-859B2F517140}" destId="{BA971939-C8A8-4DD2-B508-A35FB4BFD8BB}" srcOrd="0" destOrd="0" presId="urn:microsoft.com/office/officeart/2016/7/layout/VerticalSolidActionList"/>
    <dgm:cxn modelId="{6266E67B-84C8-423B-B97D-F03A35BDF59F}" type="presOf" srcId="{5D5237E3-21D3-41B5-BBFD-DB0AC03DA314}" destId="{0FA9363D-765C-4ED5-AE23-D1A73D80DBA6}" srcOrd="0" destOrd="0" presId="urn:microsoft.com/office/officeart/2016/7/layout/VerticalSolidActionList"/>
    <dgm:cxn modelId="{62055A83-DACD-4AEC-91B1-AA5E91FE2929}" srcId="{8E7F6FC6-26FC-48C2-B78F-859B2F517140}" destId="{813EEC87-9B86-4CAF-9E2B-3D1998111C9D}" srcOrd="4" destOrd="0" parTransId="{5F3D7DBF-6A9C-4AF8-A49E-94503CF9EC09}" sibTransId="{DE507C2E-D894-4FDD-913C-595F1A8E5986}"/>
    <dgm:cxn modelId="{5AEEE99A-D511-47EA-8F15-90410DBA191A}" type="presOf" srcId="{251A3632-EF6C-4B67-B2A2-DD14A4BBB99D}" destId="{6BEE2E90-E12E-43C7-A665-5F3C0FABB923}" srcOrd="0" destOrd="0" presId="urn:microsoft.com/office/officeart/2016/7/layout/VerticalSolidActionList"/>
    <dgm:cxn modelId="{2EF82CAF-2E43-4EE7-AC34-64ABD9B810C6}" srcId="{813EEC87-9B86-4CAF-9E2B-3D1998111C9D}" destId="{5D5237E3-21D3-41B5-BBFD-DB0AC03DA314}" srcOrd="0" destOrd="0" parTransId="{F1C8820A-DF1D-49BF-BF3E-C7FB7943576C}" sibTransId="{4D8B1527-6E57-4A4B-BA81-8EE02A80605B}"/>
    <dgm:cxn modelId="{561074AF-698B-496E-912C-B2DCC430BD05}" srcId="{BA19A55F-661C-4B9A-B574-C9E7DE3CFDDB}" destId="{C4BBCB1F-D709-4D88-A4AF-9E4DD616A6D5}" srcOrd="0" destOrd="0" parTransId="{9EEB148E-686F-4662-A91D-0C7D526CC2B9}" sibTransId="{D053DC26-6712-4820-B61B-DC4D9293B02F}"/>
    <dgm:cxn modelId="{42849AE1-D740-45B4-B7D9-8E7779381E40}" type="presOf" srcId="{A2088375-7567-460E-936D-1BF08ECD984B}" destId="{EBD29BF8-90E2-4866-9ED7-BFDE46E85923}" srcOrd="0" destOrd="0" presId="urn:microsoft.com/office/officeart/2016/7/layout/VerticalSolidActionList"/>
    <dgm:cxn modelId="{D57075EE-6CCD-4534-83F5-5325287D7111}" type="presOf" srcId="{1CB0C84E-FB1F-43BB-B1C0-EE71F23A43BA}" destId="{8A836582-AF1A-4E90-AFAE-EDF957D48818}" srcOrd="0" destOrd="0" presId="urn:microsoft.com/office/officeart/2016/7/layout/VerticalSolidActionList"/>
    <dgm:cxn modelId="{F99134F1-0630-4A8E-9AEA-9A21F1C78B58}" srcId="{8E7F6FC6-26FC-48C2-B78F-859B2F517140}" destId="{A2088375-7567-460E-936D-1BF08ECD984B}" srcOrd="3" destOrd="0" parTransId="{520BEDE9-60B6-4EC0-8D3A-900EC97D139B}" sibTransId="{6552CE0D-65B4-4024-8C38-8750C02CC89B}"/>
    <dgm:cxn modelId="{5E379DF2-3547-4D26-8F7E-B1493998235C}" srcId="{8E7F6FC6-26FC-48C2-B78F-859B2F517140}" destId="{97BA4C0F-23A9-475F-ADE7-4D86C0C5D61C}" srcOrd="1" destOrd="0" parTransId="{445A4A4C-94C5-43A5-A2AA-9EFE8B4109E5}" sibTransId="{C7701DC7-4A68-4CF0-8CA8-62975A8C7876}"/>
    <dgm:cxn modelId="{D2A530FC-39D9-4ADA-87A3-16F56DF8FCFD}" type="presOf" srcId="{7E05DD73-7B54-4E28-80F3-D0E3DA76271A}" destId="{879559DD-016D-4793-A069-23AAC418A9C1}" srcOrd="0" destOrd="0" presId="urn:microsoft.com/office/officeart/2016/7/layout/VerticalSolidActionList"/>
    <dgm:cxn modelId="{2C40CFFF-157F-45A9-B213-1C31A60CDD26}" srcId="{8E7F6FC6-26FC-48C2-B78F-859B2F517140}" destId="{1CB0C84E-FB1F-43BB-B1C0-EE71F23A43BA}" srcOrd="2" destOrd="0" parTransId="{FFFF663D-9718-4D2D-A255-DAC6A62A109B}" sibTransId="{D08BE86E-F9C0-4D2E-9D0B-81ED587C0189}"/>
    <dgm:cxn modelId="{C5B73797-4F6A-4EE4-AC0C-803B4BE34E7F}" type="presParOf" srcId="{BA971939-C8A8-4DD2-B508-A35FB4BFD8BB}" destId="{FD49E84F-2016-423D-B8F5-9D9857417D52}" srcOrd="0" destOrd="0" presId="urn:microsoft.com/office/officeart/2016/7/layout/VerticalSolidActionList"/>
    <dgm:cxn modelId="{0D1021FF-32A7-4DC5-92B6-E3942C9BE10F}" type="presParOf" srcId="{FD49E84F-2016-423D-B8F5-9D9857417D52}" destId="{5E25EB06-68BC-40DA-9DB3-9A9C47822214}" srcOrd="0" destOrd="0" presId="urn:microsoft.com/office/officeart/2016/7/layout/VerticalSolidActionList"/>
    <dgm:cxn modelId="{0DEF4449-9206-430E-90E1-1FB8AB7F13F1}" type="presParOf" srcId="{FD49E84F-2016-423D-B8F5-9D9857417D52}" destId="{A42423E8-3F3E-4C91-817B-6803B84F12C7}" srcOrd="1" destOrd="0" presId="urn:microsoft.com/office/officeart/2016/7/layout/VerticalSolidActionList"/>
    <dgm:cxn modelId="{9C32CAE8-2119-48E0-B249-86ADC7C3475E}" type="presParOf" srcId="{BA971939-C8A8-4DD2-B508-A35FB4BFD8BB}" destId="{29306081-67FD-40D8-9083-BB2AC95E78F2}" srcOrd="1" destOrd="0" presId="urn:microsoft.com/office/officeart/2016/7/layout/VerticalSolidActionList"/>
    <dgm:cxn modelId="{A8D4E838-9282-4522-B92F-781AD93065C1}" type="presParOf" srcId="{BA971939-C8A8-4DD2-B508-A35FB4BFD8BB}" destId="{EE335140-A98D-4C60-8F50-EF7E71B8D217}" srcOrd="2" destOrd="0" presId="urn:microsoft.com/office/officeart/2016/7/layout/VerticalSolidActionList"/>
    <dgm:cxn modelId="{89C9CA51-ECFD-498B-BB9A-7914E56F4606}" type="presParOf" srcId="{EE335140-A98D-4C60-8F50-EF7E71B8D217}" destId="{4FCB763B-AF4E-4DB2-A35C-DF9FEEECC8EE}" srcOrd="0" destOrd="0" presId="urn:microsoft.com/office/officeart/2016/7/layout/VerticalSolidActionList"/>
    <dgm:cxn modelId="{A854A86A-08B3-4C16-9840-ED3B5F8140BC}" type="presParOf" srcId="{EE335140-A98D-4C60-8F50-EF7E71B8D217}" destId="{6BEE2E90-E12E-43C7-A665-5F3C0FABB923}" srcOrd="1" destOrd="0" presId="urn:microsoft.com/office/officeart/2016/7/layout/VerticalSolidActionList"/>
    <dgm:cxn modelId="{54F9AEEC-41BA-4C09-8FC3-1AC4D1C4E4B0}" type="presParOf" srcId="{BA971939-C8A8-4DD2-B508-A35FB4BFD8BB}" destId="{50A3EE21-6346-4EFF-9D78-89D73DFB8DE9}" srcOrd="3" destOrd="0" presId="urn:microsoft.com/office/officeart/2016/7/layout/VerticalSolidActionList"/>
    <dgm:cxn modelId="{7001861A-CEA0-47AF-A977-3CD83381D0BD}" type="presParOf" srcId="{BA971939-C8A8-4DD2-B508-A35FB4BFD8BB}" destId="{6CB3F22E-E07A-4E8A-A508-776628E16CA9}" srcOrd="4" destOrd="0" presId="urn:microsoft.com/office/officeart/2016/7/layout/VerticalSolidActionList"/>
    <dgm:cxn modelId="{FAFEAD2D-CE4F-459D-B8A0-6019B5C89AC6}" type="presParOf" srcId="{6CB3F22E-E07A-4E8A-A508-776628E16CA9}" destId="{8A836582-AF1A-4E90-AFAE-EDF957D48818}" srcOrd="0" destOrd="0" presId="urn:microsoft.com/office/officeart/2016/7/layout/VerticalSolidActionList"/>
    <dgm:cxn modelId="{D9C715C4-4889-4F85-AC6E-339F0D8B7095}" type="presParOf" srcId="{6CB3F22E-E07A-4E8A-A508-776628E16CA9}" destId="{879559DD-016D-4793-A069-23AAC418A9C1}" srcOrd="1" destOrd="0" presId="urn:microsoft.com/office/officeart/2016/7/layout/VerticalSolidActionList"/>
    <dgm:cxn modelId="{A93CEBC0-07F4-434E-B8A7-0C52755E904E}" type="presParOf" srcId="{BA971939-C8A8-4DD2-B508-A35FB4BFD8BB}" destId="{DCEC3F72-64B4-4300-AC15-C50EC71C78EC}" srcOrd="5" destOrd="0" presId="urn:microsoft.com/office/officeart/2016/7/layout/VerticalSolidActionList"/>
    <dgm:cxn modelId="{FFF6CB1A-F19C-4322-A426-03E779A8857A}" type="presParOf" srcId="{BA971939-C8A8-4DD2-B508-A35FB4BFD8BB}" destId="{C34A53E2-F3A9-4313-B56D-F622B70FF744}" srcOrd="6" destOrd="0" presId="urn:microsoft.com/office/officeart/2016/7/layout/VerticalSolidActionList"/>
    <dgm:cxn modelId="{AB410EF6-E242-4CFD-821E-8707A19D40FD}" type="presParOf" srcId="{C34A53E2-F3A9-4313-B56D-F622B70FF744}" destId="{EBD29BF8-90E2-4866-9ED7-BFDE46E85923}" srcOrd="0" destOrd="0" presId="urn:microsoft.com/office/officeart/2016/7/layout/VerticalSolidActionList"/>
    <dgm:cxn modelId="{164836A3-BF11-4D33-8990-1E7E7E218CFB}" type="presParOf" srcId="{C34A53E2-F3A9-4313-B56D-F622B70FF744}" destId="{25E3E05A-FA50-40CA-9885-FF14B139B2D6}" srcOrd="1" destOrd="0" presId="urn:microsoft.com/office/officeart/2016/7/layout/VerticalSolidActionList"/>
    <dgm:cxn modelId="{8E35C095-EB5E-4304-B21E-B844F9A6D356}" type="presParOf" srcId="{BA971939-C8A8-4DD2-B508-A35FB4BFD8BB}" destId="{B0BCDFF3-1899-47F9-8BED-E054ECAD9D19}" srcOrd="7" destOrd="0" presId="urn:microsoft.com/office/officeart/2016/7/layout/VerticalSolidActionList"/>
    <dgm:cxn modelId="{FE79B68E-BF1D-4877-B332-C13D30A7058D}" type="presParOf" srcId="{BA971939-C8A8-4DD2-B508-A35FB4BFD8BB}" destId="{758CB02D-0646-4B74-B85C-93A6E0FE7A4A}" srcOrd="8" destOrd="0" presId="urn:microsoft.com/office/officeart/2016/7/layout/VerticalSolidActionList"/>
    <dgm:cxn modelId="{3F7010FE-6B7A-43C3-AD7D-1B9585A59C0A}" type="presParOf" srcId="{758CB02D-0646-4B74-B85C-93A6E0FE7A4A}" destId="{27EB04F8-B8F5-4B0B-8CC4-E335830F13FF}" srcOrd="0" destOrd="0" presId="urn:microsoft.com/office/officeart/2016/7/layout/VerticalSolidActionList"/>
    <dgm:cxn modelId="{46C4D791-EAA3-4179-A6EC-298CB7CF623C}" type="presParOf" srcId="{758CB02D-0646-4B74-B85C-93A6E0FE7A4A}" destId="{0FA9363D-765C-4ED5-AE23-D1A73D80DBA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FCDEC3-9EF1-4608-99E5-8324BD0E152C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E68D32-3206-44D2-B99E-BCCB84021E09}">
      <dgm:prSet/>
      <dgm:spPr/>
      <dgm:t>
        <a:bodyPr/>
        <a:lstStyle/>
        <a:p>
          <a:r>
            <a:rPr lang="en-US" b="1" dirty="0"/>
            <a:t>Database setup</a:t>
          </a:r>
          <a:endParaRPr lang="en-US" dirty="0"/>
        </a:p>
      </dgm:t>
    </dgm:pt>
    <dgm:pt modelId="{476BE73B-EFB6-466C-AC4E-CF97E8E0CD1A}" type="parTrans" cxnId="{86741134-CAC0-4278-A531-4454DA7DDC6C}">
      <dgm:prSet/>
      <dgm:spPr/>
      <dgm:t>
        <a:bodyPr/>
        <a:lstStyle/>
        <a:p>
          <a:endParaRPr lang="en-US"/>
        </a:p>
      </dgm:t>
    </dgm:pt>
    <dgm:pt modelId="{268FEC5B-DBCE-48F6-A65A-966E9621E97C}" type="sibTrans" cxnId="{86741134-CAC0-4278-A531-4454DA7DDC6C}">
      <dgm:prSet/>
      <dgm:spPr/>
      <dgm:t>
        <a:bodyPr/>
        <a:lstStyle/>
        <a:p>
          <a:endParaRPr lang="en-US"/>
        </a:p>
      </dgm:t>
    </dgm:pt>
    <dgm:pt modelId="{4239A0A9-45BA-422E-99D9-23C389E75945}">
      <dgm:prSet/>
      <dgm:spPr/>
      <dgm:t>
        <a:bodyPr/>
        <a:lstStyle/>
        <a:p>
          <a:r>
            <a:rPr lang="en-US" b="1"/>
            <a:t>Static report generation</a:t>
          </a:r>
          <a:endParaRPr lang="en-US"/>
        </a:p>
      </dgm:t>
    </dgm:pt>
    <dgm:pt modelId="{6DE7A63F-337C-4044-ADC3-D5DDFEBACA17}" type="parTrans" cxnId="{C6F45AEE-3422-4B06-9858-CDB6AE5BA9AE}">
      <dgm:prSet/>
      <dgm:spPr/>
      <dgm:t>
        <a:bodyPr/>
        <a:lstStyle/>
        <a:p>
          <a:endParaRPr lang="en-US"/>
        </a:p>
      </dgm:t>
    </dgm:pt>
    <dgm:pt modelId="{6AE89946-DE89-4AE2-A890-90709F2CDFBD}" type="sibTrans" cxnId="{C6F45AEE-3422-4B06-9858-CDB6AE5BA9AE}">
      <dgm:prSet/>
      <dgm:spPr/>
      <dgm:t>
        <a:bodyPr/>
        <a:lstStyle/>
        <a:p>
          <a:endParaRPr lang="en-US"/>
        </a:p>
      </dgm:t>
    </dgm:pt>
    <dgm:pt modelId="{99C954E7-C071-431A-BD1C-D972FE7F6D4A}">
      <dgm:prSet/>
      <dgm:spPr/>
      <dgm:t>
        <a:bodyPr/>
        <a:lstStyle/>
        <a:p>
          <a:r>
            <a:rPr lang="en-US" b="1"/>
            <a:t>Dynamic column fetching</a:t>
          </a:r>
          <a:endParaRPr lang="en-US"/>
        </a:p>
      </dgm:t>
    </dgm:pt>
    <dgm:pt modelId="{102E0BB7-6F26-40C4-B9BC-851118F047B0}" type="parTrans" cxnId="{AD273CED-20EE-43EA-8270-BB12B118ADC6}">
      <dgm:prSet/>
      <dgm:spPr/>
      <dgm:t>
        <a:bodyPr/>
        <a:lstStyle/>
        <a:p>
          <a:endParaRPr lang="en-US"/>
        </a:p>
      </dgm:t>
    </dgm:pt>
    <dgm:pt modelId="{3E1B89A4-6326-4BCC-B10A-5F1793ED120B}" type="sibTrans" cxnId="{AD273CED-20EE-43EA-8270-BB12B118ADC6}">
      <dgm:prSet/>
      <dgm:spPr/>
      <dgm:t>
        <a:bodyPr/>
        <a:lstStyle/>
        <a:p>
          <a:endParaRPr lang="en-US"/>
        </a:p>
      </dgm:t>
    </dgm:pt>
    <dgm:pt modelId="{25C06F68-7C7D-435D-A303-7D36B011CD19}">
      <dgm:prSet/>
      <dgm:spPr/>
      <dgm:t>
        <a:bodyPr/>
        <a:lstStyle/>
        <a:p>
          <a:r>
            <a:rPr lang="en-US" b="1"/>
            <a:t>Automated DOCX formatting</a:t>
          </a:r>
          <a:endParaRPr lang="en-US"/>
        </a:p>
      </dgm:t>
    </dgm:pt>
    <dgm:pt modelId="{CD0AE54F-59EF-43B2-9BCF-64AABEB5D835}" type="parTrans" cxnId="{C5EF4160-B556-4ACA-A012-A1A6AE34B53C}">
      <dgm:prSet/>
      <dgm:spPr/>
      <dgm:t>
        <a:bodyPr/>
        <a:lstStyle/>
        <a:p>
          <a:endParaRPr lang="en-US"/>
        </a:p>
      </dgm:t>
    </dgm:pt>
    <dgm:pt modelId="{0FD759D8-42C5-47B1-AFF5-893D331CEC6E}" type="sibTrans" cxnId="{C5EF4160-B556-4ACA-A012-A1A6AE34B53C}">
      <dgm:prSet/>
      <dgm:spPr/>
      <dgm:t>
        <a:bodyPr/>
        <a:lstStyle/>
        <a:p>
          <a:endParaRPr lang="en-US"/>
        </a:p>
      </dgm:t>
    </dgm:pt>
    <dgm:pt modelId="{3A9B886A-8656-4A1C-9CAA-4F0FEDB82EA0}">
      <dgm:prSet/>
      <dgm:spPr/>
      <dgm:t>
        <a:bodyPr/>
        <a:lstStyle/>
        <a:p>
          <a:r>
            <a:rPr lang="en-US" b="1"/>
            <a:t>Final output verification</a:t>
          </a:r>
          <a:endParaRPr lang="en-US"/>
        </a:p>
      </dgm:t>
    </dgm:pt>
    <dgm:pt modelId="{DC6895E2-4EF0-419D-8B02-6668738B3818}" type="parTrans" cxnId="{D65479FC-F489-445C-9D1D-DBAD7357F734}">
      <dgm:prSet/>
      <dgm:spPr/>
      <dgm:t>
        <a:bodyPr/>
        <a:lstStyle/>
        <a:p>
          <a:endParaRPr lang="en-US"/>
        </a:p>
      </dgm:t>
    </dgm:pt>
    <dgm:pt modelId="{10662CAC-0E49-4E69-9E9D-764A4C59370C}" type="sibTrans" cxnId="{D65479FC-F489-445C-9D1D-DBAD7357F734}">
      <dgm:prSet/>
      <dgm:spPr/>
      <dgm:t>
        <a:bodyPr/>
        <a:lstStyle/>
        <a:p>
          <a:endParaRPr lang="en-US"/>
        </a:p>
      </dgm:t>
    </dgm:pt>
    <dgm:pt modelId="{B3CEDC23-E296-4192-A770-BE79FD5727A9}" type="pres">
      <dgm:prSet presAssocID="{A7FCDEC3-9EF1-4608-99E5-8324BD0E152C}" presName="linear" presStyleCnt="0">
        <dgm:presLayoutVars>
          <dgm:dir/>
          <dgm:animLvl val="lvl"/>
          <dgm:resizeHandles val="exact"/>
        </dgm:presLayoutVars>
      </dgm:prSet>
      <dgm:spPr/>
    </dgm:pt>
    <dgm:pt modelId="{D68138D1-E10A-438F-8C46-D6089E8574BE}" type="pres">
      <dgm:prSet presAssocID="{6DE68D32-3206-44D2-B99E-BCCB84021E09}" presName="parentLin" presStyleCnt="0"/>
      <dgm:spPr/>
    </dgm:pt>
    <dgm:pt modelId="{0D6BE112-EBFC-40BB-A9FA-D1C5892E964D}" type="pres">
      <dgm:prSet presAssocID="{6DE68D32-3206-44D2-B99E-BCCB84021E09}" presName="parentLeftMargin" presStyleLbl="node1" presStyleIdx="0" presStyleCnt="5"/>
      <dgm:spPr/>
    </dgm:pt>
    <dgm:pt modelId="{5FB2BEC0-7D92-4371-847D-173613B8F6AA}" type="pres">
      <dgm:prSet presAssocID="{6DE68D32-3206-44D2-B99E-BCCB84021E0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F458E60-9082-4344-A306-E29663DD933A}" type="pres">
      <dgm:prSet presAssocID="{6DE68D32-3206-44D2-B99E-BCCB84021E09}" presName="negativeSpace" presStyleCnt="0"/>
      <dgm:spPr/>
    </dgm:pt>
    <dgm:pt modelId="{D89304DC-0224-48F3-83C3-3F055D20C618}" type="pres">
      <dgm:prSet presAssocID="{6DE68D32-3206-44D2-B99E-BCCB84021E09}" presName="childText" presStyleLbl="conFgAcc1" presStyleIdx="0" presStyleCnt="5">
        <dgm:presLayoutVars>
          <dgm:bulletEnabled val="1"/>
        </dgm:presLayoutVars>
      </dgm:prSet>
      <dgm:spPr/>
    </dgm:pt>
    <dgm:pt modelId="{35A5569C-FA82-4FE2-B90B-7CD21E65228B}" type="pres">
      <dgm:prSet presAssocID="{268FEC5B-DBCE-48F6-A65A-966E9621E97C}" presName="spaceBetweenRectangles" presStyleCnt="0"/>
      <dgm:spPr/>
    </dgm:pt>
    <dgm:pt modelId="{9F0FBEF0-DC89-4462-8642-5AC4F52AC1DB}" type="pres">
      <dgm:prSet presAssocID="{4239A0A9-45BA-422E-99D9-23C389E75945}" presName="parentLin" presStyleCnt="0"/>
      <dgm:spPr/>
    </dgm:pt>
    <dgm:pt modelId="{CB0787E4-3726-4DD6-9855-1386CA9CB823}" type="pres">
      <dgm:prSet presAssocID="{4239A0A9-45BA-422E-99D9-23C389E75945}" presName="parentLeftMargin" presStyleLbl="node1" presStyleIdx="0" presStyleCnt="5"/>
      <dgm:spPr/>
    </dgm:pt>
    <dgm:pt modelId="{01C03944-45D2-4E77-B9D5-FF49CF4D717E}" type="pres">
      <dgm:prSet presAssocID="{4239A0A9-45BA-422E-99D9-23C389E7594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0577FCA-F4E6-461E-850F-BE3456D372E2}" type="pres">
      <dgm:prSet presAssocID="{4239A0A9-45BA-422E-99D9-23C389E75945}" presName="negativeSpace" presStyleCnt="0"/>
      <dgm:spPr/>
    </dgm:pt>
    <dgm:pt modelId="{D1987CC4-BD8D-4A55-BF7C-69F62F722051}" type="pres">
      <dgm:prSet presAssocID="{4239A0A9-45BA-422E-99D9-23C389E75945}" presName="childText" presStyleLbl="conFgAcc1" presStyleIdx="1" presStyleCnt="5">
        <dgm:presLayoutVars>
          <dgm:bulletEnabled val="1"/>
        </dgm:presLayoutVars>
      </dgm:prSet>
      <dgm:spPr/>
    </dgm:pt>
    <dgm:pt modelId="{C516A34D-E7D7-4F12-8340-73ADC597597A}" type="pres">
      <dgm:prSet presAssocID="{6AE89946-DE89-4AE2-A890-90709F2CDFBD}" presName="spaceBetweenRectangles" presStyleCnt="0"/>
      <dgm:spPr/>
    </dgm:pt>
    <dgm:pt modelId="{EB44F520-CCF5-4CBF-A310-CE2B0F74CD46}" type="pres">
      <dgm:prSet presAssocID="{99C954E7-C071-431A-BD1C-D972FE7F6D4A}" presName="parentLin" presStyleCnt="0"/>
      <dgm:spPr/>
    </dgm:pt>
    <dgm:pt modelId="{F1B77D07-6C75-4029-A588-A64FEB4D2AA8}" type="pres">
      <dgm:prSet presAssocID="{99C954E7-C071-431A-BD1C-D972FE7F6D4A}" presName="parentLeftMargin" presStyleLbl="node1" presStyleIdx="1" presStyleCnt="5"/>
      <dgm:spPr/>
    </dgm:pt>
    <dgm:pt modelId="{38A6D0C1-DB00-427F-9AD5-0E9CE49921CD}" type="pres">
      <dgm:prSet presAssocID="{99C954E7-C071-431A-BD1C-D972FE7F6D4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4C21685-E906-42BC-8839-770B1711C3EA}" type="pres">
      <dgm:prSet presAssocID="{99C954E7-C071-431A-BD1C-D972FE7F6D4A}" presName="negativeSpace" presStyleCnt="0"/>
      <dgm:spPr/>
    </dgm:pt>
    <dgm:pt modelId="{D5F985D5-D582-44C1-A5B5-AF2C296B63F1}" type="pres">
      <dgm:prSet presAssocID="{99C954E7-C071-431A-BD1C-D972FE7F6D4A}" presName="childText" presStyleLbl="conFgAcc1" presStyleIdx="2" presStyleCnt="5">
        <dgm:presLayoutVars>
          <dgm:bulletEnabled val="1"/>
        </dgm:presLayoutVars>
      </dgm:prSet>
      <dgm:spPr/>
    </dgm:pt>
    <dgm:pt modelId="{FE58CB40-4729-44E5-8B2F-76DF3F5E3BB3}" type="pres">
      <dgm:prSet presAssocID="{3E1B89A4-6326-4BCC-B10A-5F1793ED120B}" presName="spaceBetweenRectangles" presStyleCnt="0"/>
      <dgm:spPr/>
    </dgm:pt>
    <dgm:pt modelId="{B5701EDA-6E2F-48BA-A3A1-C853B46E6B63}" type="pres">
      <dgm:prSet presAssocID="{25C06F68-7C7D-435D-A303-7D36B011CD19}" presName="parentLin" presStyleCnt="0"/>
      <dgm:spPr/>
    </dgm:pt>
    <dgm:pt modelId="{D56E0389-9FEB-4E40-ABCF-A0B62D0FC81B}" type="pres">
      <dgm:prSet presAssocID="{25C06F68-7C7D-435D-A303-7D36B011CD19}" presName="parentLeftMargin" presStyleLbl="node1" presStyleIdx="2" presStyleCnt="5"/>
      <dgm:spPr/>
    </dgm:pt>
    <dgm:pt modelId="{BCB0D8D1-622D-4168-BEE1-57A0AEC2DFC7}" type="pres">
      <dgm:prSet presAssocID="{25C06F68-7C7D-435D-A303-7D36B011CD1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FF372C-4DB4-435B-B788-27A38469BCD2}" type="pres">
      <dgm:prSet presAssocID="{25C06F68-7C7D-435D-A303-7D36B011CD19}" presName="negativeSpace" presStyleCnt="0"/>
      <dgm:spPr/>
    </dgm:pt>
    <dgm:pt modelId="{F5A5CC59-5C1C-49BF-8350-464BBC117533}" type="pres">
      <dgm:prSet presAssocID="{25C06F68-7C7D-435D-A303-7D36B011CD19}" presName="childText" presStyleLbl="conFgAcc1" presStyleIdx="3" presStyleCnt="5">
        <dgm:presLayoutVars>
          <dgm:bulletEnabled val="1"/>
        </dgm:presLayoutVars>
      </dgm:prSet>
      <dgm:spPr/>
    </dgm:pt>
    <dgm:pt modelId="{7DC3102C-739D-4033-8152-4696AFBB54BD}" type="pres">
      <dgm:prSet presAssocID="{0FD759D8-42C5-47B1-AFF5-893D331CEC6E}" presName="spaceBetweenRectangles" presStyleCnt="0"/>
      <dgm:spPr/>
    </dgm:pt>
    <dgm:pt modelId="{CE1494C3-237E-43FE-9D70-D4D8C653D370}" type="pres">
      <dgm:prSet presAssocID="{3A9B886A-8656-4A1C-9CAA-4F0FEDB82EA0}" presName="parentLin" presStyleCnt="0"/>
      <dgm:spPr/>
    </dgm:pt>
    <dgm:pt modelId="{C63EA6F0-0B54-4D3A-A79E-7A6D9F005F8E}" type="pres">
      <dgm:prSet presAssocID="{3A9B886A-8656-4A1C-9CAA-4F0FEDB82EA0}" presName="parentLeftMargin" presStyleLbl="node1" presStyleIdx="3" presStyleCnt="5"/>
      <dgm:spPr/>
    </dgm:pt>
    <dgm:pt modelId="{D4126706-10C8-442B-BDE1-3BF882F31894}" type="pres">
      <dgm:prSet presAssocID="{3A9B886A-8656-4A1C-9CAA-4F0FEDB82EA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8F4F07C8-A94F-4DE5-80BE-91FF14A78E9A}" type="pres">
      <dgm:prSet presAssocID="{3A9B886A-8656-4A1C-9CAA-4F0FEDB82EA0}" presName="negativeSpace" presStyleCnt="0"/>
      <dgm:spPr/>
    </dgm:pt>
    <dgm:pt modelId="{749DA93F-2EC9-4192-B011-B6798AA4896B}" type="pres">
      <dgm:prSet presAssocID="{3A9B886A-8656-4A1C-9CAA-4F0FEDB82EA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3BD6BB08-2809-4876-83E8-B40BC3ED2995}" type="presOf" srcId="{4239A0A9-45BA-422E-99D9-23C389E75945}" destId="{01C03944-45D2-4E77-B9D5-FF49CF4D717E}" srcOrd="1" destOrd="0" presId="urn:microsoft.com/office/officeart/2005/8/layout/list1"/>
    <dgm:cxn modelId="{3FC0EA15-DF61-45C5-9264-3AABD771531B}" type="presOf" srcId="{99C954E7-C071-431A-BD1C-D972FE7F6D4A}" destId="{F1B77D07-6C75-4029-A588-A64FEB4D2AA8}" srcOrd="0" destOrd="0" presId="urn:microsoft.com/office/officeart/2005/8/layout/list1"/>
    <dgm:cxn modelId="{19DBEA1A-14B3-4F2B-BEDA-938ADAD167E0}" type="presOf" srcId="{4239A0A9-45BA-422E-99D9-23C389E75945}" destId="{CB0787E4-3726-4DD6-9855-1386CA9CB823}" srcOrd="0" destOrd="0" presId="urn:microsoft.com/office/officeart/2005/8/layout/list1"/>
    <dgm:cxn modelId="{8EABB71C-26FA-474D-ACC8-1A1F0946A86D}" type="presOf" srcId="{25C06F68-7C7D-435D-A303-7D36B011CD19}" destId="{BCB0D8D1-622D-4168-BEE1-57A0AEC2DFC7}" srcOrd="1" destOrd="0" presId="urn:microsoft.com/office/officeart/2005/8/layout/list1"/>
    <dgm:cxn modelId="{86741134-CAC0-4278-A531-4454DA7DDC6C}" srcId="{A7FCDEC3-9EF1-4608-99E5-8324BD0E152C}" destId="{6DE68D32-3206-44D2-B99E-BCCB84021E09}" srcOrd="0" destOrd="0" parTransId="{476BE73B-EFB6-466C-AC4E-CF97E8E0CD1A}" sibTransId="{268FEC5B-DBCE-48F6-A65A-966E9621E97C}"/>
    <dgm:cxn modelId="{38D6F13A-1588-4692-B42D-4CC7C68C39A7}" type="presOf" srcId="{6DE68D32-3206-44D2-B99E-BCCB84021E09}" destId="{5FB2BEC0-7D92-4371-847D-173613B8F6AA}" srcOrd="1" destOrd="0" presId="urn:microsoft.com/office/officeart/2005/8/layout/list1"/>
    <dgm:cxn modelId="{C5EF4160-B556-4ACA-A012-A1A6AE34B53C}" srcId="{A7FCDEC3-9EF1-4608-99E5-8324BD0E152C}" destId="{25C06F68-7C7D-435D-A303-7D36B011CD19}" srcOrd="3" destOrd="0" parTransId="{CD0AE54F-59EF-43B2-9BCF-64AABEB5D835}" sibTransId="{0FD759D8-42C5-47B1-AFF5-893D331CEC6E}"/>
    <dgm:cxn modelId="{02E56C73-D73A-45F4-BB36-74950DCD5FD1}" type="presOf" srcId="{25C06F68-7C7D-435D-A303-7D36B011CD19}" destId="{D56E0389-9FEB-4E40-ABCF-A0B62D0FC81B}" srcOrd="0" destOrd="0" presId="urn:microsoft.com/office/officeart/2005/8/layout/list1"/>
    <dgm:cxn modelId="{D2EE6D94-7191-4448-8E2A-561CEB61EE17}" type="presOf" srcId="{3A9B886A-8656-4A1C-9CAA-4F0FEDB82EA0}" destId="{D4126706-10C8-442B-BDE1-3BF882F31894}" srcOrd="1" destOrd="0" presId="urn:microsoft.com/office/officeart/2005/8/layout/list1"/>
    <dgm:cxn modelId="{615A329B-5CE9-4B08-B99B-13EA1E7E8583}" type="presOf" srcId="{3A9B886A-8656-4A1C-9CAA-4F0FEDB82EA0}" destId="{C63EA6F0-0B54-4D3A-A79E-7A6D9F005F8E}" srcOrd="0" destOrd="0" presId="urn:microsoft.com/office/officeart/2005/8/layout/list1"/>
    <dgm:cxn modelId="{A891F6DE-E637-4E34-9DDD-C7C18C827DE9}" type="presOf" srcId="{99C954E7-C071-431A-BD1C-D972FE7F6D4A}" destId="{38A6D0C1-DB00-427F-9AD5-0E9CE49921CD}" srcOrd="1" destOrd="0" presId="urn:microsoft.com/office/officeart/2005/8/layout/list1"/>
    <dgm:cxn modelId="{AD273CED-20EE-43EA-8270-BB12B118ADC6}" srcId="{A7FCDEC3-9EF1-4608-99E5-8324BD0E152C}" destId="{99C954E7-C071-431A-BD1C-D972FE7F6D4A}" srcOrd="2" destOrd="0" parTransId="{102E0BB7-6F26-40C4-B9BC-851118F047B0}" sibTransId="{3E1B89A4-6326-4BCC-B10A-5F1793ED120B}"/>
    <dgm:cxn modelId="{C6F45AEE-3422-4B06-9858-CDB6AE5BA9AE}" srcId="{A7FCDEC3-9EF1-4608-99E5-8324BD0E152C}" destId="{4239A0A9-45BA-422E-99D9-23C389E75945}" srcOrd="1" destOrd="0" parTransId="{6DE7A63F-337C-4044-ADC3-D5DDFEBACA17}" sibTransId="{6AE89946-DE89-4AE2-A890-90709F2CDFBD}"/>
    <dgm:cxn modelId="{F0C56DEF-49B4-4D5A-A621-B69DE96B3724}" type="presOf" srcId="{A7FCDEC3-9EF1-4608-99E5-8324BD0E152C}" destId="{B3CEDC23-E296-4192-A770-BE79FD5727A9}" srcOrd="0" destOrd="0" presId="urn:microsoft.com/office/officeart/2005/8/layout/list1"/>
    <dgm:cxn modelId="{74010FFB-0CA3-49CD-BA50-AAA975A5177C}" type="presOf" srcId="{6DE68D32-3206-44D2-B99E-BCCB84021E09}" destId="{0D6BE112-EBFC-40BB-A9FA-D1C5892E964D}" srcOrd="0" destOrd="0" presId="urn:microsoft.com/office/officeart/2005/8/layout/list1"/>
    <dgm:cxn modelId="{D65479FC-F489-445C-9D1D-DBAD7357F734}" srcId="{A7FCDEC3-9EF1-4608-99E5-8324BD0E152C}" destId="{3A9B886A-8656-4A1C-9CAA-4F0FEDB82EA0}" srcOrd="4" destOrd="0" parTransId="{DC6895E2-4EF0-419D-8B02-6668738B3818}" sibTransId="{10662CAC-0E49-4E69-9E9D-764A4C59370C}"/>
    <dgm:cxn modelId="{3893A7A4-1342-40D8-BF50-8A1B3D9F69FB}" type="presParOf" srcId="{B3CEDC23-E296-4192-A770-BE79FD5727A9}" destId="{D68138D1-E10A-438F-8C46-D6089E8574BE}" srcOrd="0" destOrd="0" presId="urn:microsoft.com/office/officeart/2005/8/layout/list1"/>
    <dgm:cxn modelId="{B6EE5986-94A6-452A-9AC2-268545C657AA}" type="presParOf" srcId="{D68138D1-E10A-438F-8C46-D6089E8574BE}" destId="{0D6BE112-EBFC-40BB-A9FA-D1C5892E964D}" srcOrd="0" destOrd="0" presId="urn:microsoft.com/office/officeart/2005/8/layout/list1"/>
    <dgm:cxn modelId="{75589951-1070-4BB0-81F6-5BDF50E006A9}" type="presParOf" srcId="{D68138D1-E10A-438F-8C46-D6089E8574BE}" destId="{5FB2BEC0-7D92-4371-847D-173613B8F6AA}" srcOrd="1" destOrd="0" presId="urn:microsoft.com/office/officeart/2005/8/layout/list1"/>
    <dgm:cxn modelId="{4BCDA05A-F767-4C58-9255-40DE7E379B4F}" type="presParOf" srcId="{B3CEDC23-E296-4192-A770-BE79FD5727A9}" destId="{DF458E60-9082-4344-A306-E29663DD933A}" srcOrd="1" destOrd="0" presId="urn:microsoft.com/office/officeart/2005/8/layout/list1"/>
    <dgm:cxn modelId="{A8C2DEFB-4C37-4CEB-8C31-ED78AD18A939}" type="presParOf" srcId="{B3CEDC23-E296-4192-A770-BE79FD5727A9}" destId="{D89304DC-0224-48F3-83C3-3F055D20C618}" srcOrd="2" destOrd="0" presId="urn:microsoft.com/office/officeart/2005/8/layout/list1"/>
    <dgm:cxn modelId="{6EEC901A-2096-45B4-8D4B-2B4BDFA1BF0D}" type="presParOf" srcId="{B3CEDC23-E296-4192-A770-BE79FD5727A9}" destId="{35A5569C-FA82-4FE2-B90B-7CD21E65228B}" srcOrd="3" destOrd="0" presId="urn:microsoft.com/office/officeart/2005/8/layout/list1"/>
    <dgm:cxn modelId="{3040209F-18D8-4372-91F1-3F2DD7494D04}" type="presParOf" srcId="{B3CEDC23-E296-4192-A770-BE79FD5727A9}" destId="{9F0FBEF0-DC89-4462-8642-5AC4F52AC1DB}" srcOrd="4" destOrd="0" presId="urn:microsoft.com/office/officeart/2005/8/layout/list1"/>
    <dgm:cxn modelId="{7BAFE8FF-81DE-49F2-9129-E27D75123010}" type="presParOf" srcId="{9F0FBEF0-DC89-4462-8642-5AC4F52AC1DB}" destId="{CB0787E4-3726-4DD6-9855-1386CA9CB823}" srcOrd="0" destOrd="0" presId="urn:microsoft.com/office/officeart/2005/8/layout/list1"/>
    <dgm:cxn modelId="{E4CFFF74-D3DD-480D-9595-8827D4A15BFF}" type="presParOf" srcId="{9F0FBEF0-DC89-4462-8642-5AC4F52AC1DB}" destId="{01C03944-45D2-4E77-B9D5-FF49CF4D717E}" srcOrd="1" destOrd="0" presId="urn:microsoft.com/office/officeart/2005/8/layout/list1"/>
    <dgm:cxn modelId="{23701338-B0EE-464F-ADA0-A191877A1484}" type="presParOf" srcId="{B3CEDC23-E296-4192-A770-BE79FD5727A9}" destId="{10577FCA-F4E6-461E-850F-BE3456D372E2}" srcOrd="5" destOrd="0" presId="urn:microsoft.com/office/officeart/2005/8/layout/list1"/>
    <dgm:cxn modelId="{500EE606-719B-435F-94CD-E9CB3AE9B5A9}" type="presParOf" srcId="{B3CEDC23-E296-4192-A770-BE79FD5727A9}" destId="{D1987CC4-BD8D-4A55-BF7C-69F62F722051}" srcOrd="6" destOrd="0" presId="urn:microsoft.com/office/officeart/2005/8/layout/list1"/>
    <dgm:cxn modelId="{98434B16-6A30-498A-9380-88C38D0EB46A}" type="presParOf" srcId="{B3CEDC23-E296-4192-A770-BE79FD5727A9}" destId="{C516A34D-E7D7-4F12-8340-73ADC597597A}" srcOrd="7" destOrd="0" presId="urn:microsoft.com/office/officeart/2005/8/layout/list1"/>
    <dgm:cxn modelId="{67879E2E-163D-4E19-96AF-83C7956819E5}" type="presParOf" srcId="{B3CEDC23-E296-4192-A770-BE79FD5727A9}" destId="{EB44F520-CCF5-4CBF-A310-CE2B0F74CD46}" srcOrd="8" destOrd="0" presId="urn:microsoft.com/office/officeart/2005/8/layout/list1"/>
    <dgm:cxn modelId="{129D4151-74F0-4487-B4A9-03EF011A373E}" type="presParOf" srcId="{EB44F520-CCF5-4CBF-A310-CE2B0F74CD46}" destId="{F1B77D07-6C75-4029-A588-A64FEB4D2AA8}" srcOrd="0" destOrd="0" presId="urn:microsoft.com/office/officeart/2005/8/layout/list1"/>
    <dgm:cxn modelId="{317DF8BC-A590-40CB-94BF-7D488123DD9F}" type="presParOf" srcId="{EB44F520-CCF5-4CBF-A310-CE2B0F74CD46}" destId="{38A6D0C1-DB00-427F-9AD5-0E9CE49921CD}" srcOrd="1" destOrd="0" presId="urn:microsoft.com/office/officeart/2005/8/layout/list1"/>
    <dgm:cxn modelId="{BC71683B-13E3-4079-9A42-FAA252CB71DF}" type="presParOf" srcId="{B3CEDC23-E296-4192-A770-BE79FD5727A9}" destId="{D4C21685-E906-42BC-8839-770B1711C3EA}" srcOrd="9" destOrd="0" presId="urn:microsoft.com/office/officeart/2005/8/layout/list1"/>
    <dgm:cxn modelId="{0259A9E3-1663-4B05-A689-868FC5DC4C16}" type="presParOf" srcId="{B3CEDC23-E296-4192-A770-BE79FD5727A9}" destId="{D5F985D5-D582-44C1-A5B5-AF2C296B63F1}" srcOrd="10" destOrd="0" presId="urn:microsoft.com/office/officeart/2005/8/layout/list1"/>
    <dgm:cxn modelId="{B130C05E-C383-4C40-9FF8-5F151226E7D2}" type="presParOf" srcId="{B3CEDC23-E296-4192-A770-BE79FD5727A9}" destId="{FE58CB40-4729-44E5-8B2F-76DF3F5E3BB3}" srcOrd="11" destOrd="0" presId="urn:microsoft.com/office/officeart/2005/8/layout/list1"/>
    <dgm:cxn modelId="{C5347090-6E81-45C7-8B2C-A8EDAE8B7EA0}" type="presParOf" srcId="{B3CEDC23-E296-4192-A770-BE79FD5727A9}" destId="{B5701EDA-6E2F-48BA-A3A1-C853B46E6B63}" srcOrd="12" destOrd="0" presId="urn:microsoft.com/office/officeart/2005/8/layout/list1"/>
    <dgm:cxn modelId="{74D09DCF-EA2C-470C-B8FC-E61437C65ADD}" type="presParOf" srcId="{B5701EDA-6E2F-48BA-A3A1-C853B46E6B63}" destId="{D56E0389-9FEB-4E40-ABCF-A0B62D0FC81B}" srcOrd="0" destOrd="0" presId="urn:microsoft.com/office/officeart/2005/8/layout/list1"/>
    <dgm:cxn modelId="{01C0D37D-AD27-4C67-BC70-3AA3D637BB3C}" type="presParOf" srcId="{B5701EDA-6E2F-48BA-A3A1-C853B46E6B63}" destId="{BCB0D8D1-622D-4168-BEE1-57A0AEC2DFC7}" srcOrd="1" destOrd="0" presId="urn:microsoft.com/office/officeart/2005/8/layout/list1"/>
    <dgm:cxn modelId="{252EEA7A-4C96-406C-9C2D-6FFB1DAFE0A1}" type="presParOf" srcId="{B3CEDC23-E296-4192-A770-BE79FD5727A9}" destId="{E2FF372C-4DB4-435B-B788-27A38469BCD2}" srcOrd="13" destOrd="0" presId="urn:microsoft.com/office/officeart/2005/8/layout/list1"/>
    <dgm:cxn modelId="{B461D726-8C42-496C-92B9-05A7B10A9341}" type="presParOf" srcId="{B3CEDC23-E296-4192-A770-BE79FD5727A9}" destId="{F5A5CC59-5C1C-49BF-8350-464BBC117533}" srcOrd="14" destOrd="0" presId="urn:microsoft.com/office/officeart/2005/8/layout/list1"/>
    <dgm:cxn modelId="{2BAF1A51-E2B6-4F67-B114-B8FB79AF7E1E}" type="presParOf" srcId="{B3CEDC23-E296-4192-A770-BE79FD5727A9}" destId="{7DC3102C-739D-4033-8152-4696AFBB54BD}" srcOrd="15" destOrd="0" presId="urn:microsoft.com/office/officeart/2005/8/layout/list1"/>
    <dgm:cxn modelId="{887A58B0-478E-48E9-82A4-2726644843B7}" type="presParOf" srcId="{B3CEDC23-E296-4192-A770-BE79FD5727A9}" destId="{CE1494C3-237E-43FE-9D70-D4D8C653D370}" srcOrd="16" destOrd="0" presId="urn:microsoft.com/office/officeart/2005/8/layout/list1"/>
    <dgm:cxn modelId="{DFB8570C-87E8-41D8-AD80-B73834E3254B}" type="presParOf" srcId="{CE1494C3-237E-43FE-9D70-D4D8C653D370}" destId="{C63EA6F0-0B54-4D3A-A79E-7A6D9F005F8E}" srcOrd="0" destOrd="0" presId="urn:microsoft.com/office/officeart/2005/8/layout/list1"/>
    <dgm:cxn modelId="{423302BA-706B-4D8C-8482-BA1F91A5BAE4}" type="presParOf" srcId="{CE1494C3-237E-43FE-9D70-D4D8C653D370}" destId="{D4126706-10C8-442B-BDE1-3BF882F31894}" srcOrd="1" destOrd="0" presId="urn:microsoft.com/office/officeart/2005/8/layout/list1"/>
    <dgm:cxn modelId="{5928E096-1877-4CEC-A0E2-DBB0D599D5F9}" type="presParOf" srcId="{B3CEDC23-E296-4192-A770-BE79FD5727A9}" destId="{8F4F07C8-A94F-4DE5-80BE-91FF14A78E9A}" srcOrd="17" destOrd="0" presId="urn:microsoft.com/office/officeart/2005/8/layout/list1"/>
    <dgm:cxn modelId="{7EAAA6F4-AA55-4F72-BC26-FADAD1045C32}" type="presParOf" srcId="{B3CEDC23-E296-4192-A770-BE79FD5727A9}" destId="{749DA93F-2EC9-4192-B011-B6798AA4896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3B749-1FBE-4B84-9F76-E6ACFAE0EEAC}">
      <dsp:nvSpPr>
        <dsp:cNvPr id="0" name=""/>
        <dsp:cNvSpPr/>
      </dsp:nvSpPr>
      <dsp:spPr>
        <a:xfrm>
          <a:off x="0" y="568"/>
          <a:ext cx="5037666" cy="13296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EFD85-C735-4177-BA55-D02F614D51A4}">
      <dsp:nvSpPr>
        <dsp:cNvPr id="0" name=""/>
        <dsp:cNvSpPr/>
      </dsp:nvSpPr>
      <dsp:spPr>
        <a:xfrm>
          <a:off x="402221" y="299741"/>
          <a:ext cx="731311" cy="7313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1F972-3B5E-4B6C-A6FA-5F80846FFE1B}">
      <dsp:nvSpPr>
        <dsp:cNvPr id="0" name=""/>
        <dsp:cNvSpPr/>
      </dsp:nvSpPr>
      <dsp:spPr>
        <a:xfrm>
          <a:off x="1535753" y="568"/>
          <a:ext cx="3501912" cy="132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722" tIns="140722" rIns="140722" bIns="14072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NPCYF is India’s national program for crop yield forecasting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5753" y="568"/>
        <a:ext cx="3501912" cy="1329657"/>
      </dsp:txXfrm>
    </dsp:sp>
    <dsp:sp modelId="{54DF6EB3-2344-42A6-A073-08271B93B2EF}">
      <dsp:nvSpPr>
        <dsp:cNvPr id="0" name=""/>
        <dsp:cNvSpPr/>
      </dsp:nvSpPr>
      <dsp:spPr>
        <a:xfrm>
          <a:off x="0" y="1662639"/>
          <a:ext cx="5037666" cy="13296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37B0B-7595-44E2-9E4D-E6CA957DEF40}">
      <dsp:nvSpPr>
        <dsp:cNvPr id="0" name=""/>
        <dsp:cNvSpPr/>
      </dsp:nvSpPr>
      <dsp:spPr>
        <a:xfrm>
          <a:off x="402221" y="1961812"/>
          <a:ext cx="731311" cy="7313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521F1-3F07-4054-9056-5CDEF4849F0A}">
      <dsp:nvSpPr>
        <dsp:cNvPr id="0" name=""/>
        <dsp:cNvSpPr/>
      </dsp:nvSpPr>
      <dsp:spPr>
        <a:xfrm>
          <a:off x="1535753" y="1662639"/>
          <a:ext cx="3501912" cy="132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722" tIns="140722" rIns="140722" bIns="14072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Powered by remote sensing, weather &amp; ground-based observations</a:t>
          </a:r>
          <a:endParaRPr lang="en-US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35753" y="1662639"/>
        <a:ext cx="3501912" cy="1329657"/>
      </dsp:txXfrm>
    </dsp:sp>
    <dsp:sp modelId="{A665022A-34E2-4AAB-93CA-E1F361796F98}">
      <dsp:nvSpPr>
        <dsp:cNvPr id="0" name=""/>
        <dsp:cNvSpPr/>
      </dsp:nvSpPr>
      <dsp:spPr>
        <a:xfrm>
          <a:off x="0" y="3324710"/>
          <a:ext cx="5037666" cy="132965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39F7B-4787-4800-8949-BF885E5936CE}">
      <dsp:nvSpPr>
        <dsp:cNvPr id="0" name=""/>
        <dsp:cNvSpPr/>
      </dsp:nvSpPr>
      <dsp:spPr>
        <a:xfrm>
          <a:off x="402221" y="3623883"/>
          <a:ext cx="731311" cy="7313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3FF7C-DDFA-4083-891C-0E144DC7CD87}">
      <dsp:nvSpPr>
        <dsp:cNvPr id="0" name=""/>
        <dsp:cNvSpPr/>
      </dsp:nvSpPr>
      <dsp:spPr>
        <a:xfrm>
          <a:off x="1535753" y="3324710"/>
          <a:ext cx="3501912" cy="1329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722" tIns="140722" rIns="140722" bIns="14072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Requires standardized, automated reporting</a:t>
          </a:r>
          <a:br>
            <a:rPr lang="en-US" sz="2100" b="1" kern="1200" dirty="0"/>
          </a:br>
          <a:endParaRPr lang="en-US" sz="2100" kern="1200" dirty="0"/>
        </a:p>
      </dsp:txBody>
      <dsp:txXfrm>
        <a:off x="1535753" y="3324710"/>
        <a:ext cx="3501912" cy="13296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423E8-3F3E-4C91-817B-6803B84F12C7}">
      <dsp:nvSpPr>
        <dsp:cNvPr id="0" name=""/>
        <dsp:cNvSpPr/>
      </dsp:nvSpPr>
      <dsp:spPr>
        <a:xfrm>
          <a:off x="1923626" y="1778"/>
          <a:ext cx="7694506" cy="7805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95" tIns="198252" rIns="149295" bIns="19825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Design a dynamic reporting engine for NPCYF</a:t>
          </a:r>
        </a:p>
      </dsp:txBody>
      <dsp:txXfrm>
        <a:off x="1923626" y="1778"/>
        <a:ext cx="7694506" cy="780519"/>
      </dsp:txXfrm>
    </dsp:sp>
    <dsp:sp modelId="{5E25EB06-68BC-40DA-9DB3-9A9C47822214}">
      <dsp:nvSpPr>
        <dsp:cNvPr id="0" name=""/>
        <dsp:cNvSpPr/>
      </dsp:nvSpPr>
      <dsp:spPr>
        <a:xfrm>
          <a:off x="0" y="1778"/>
          <a:ext cx="1923626" cy="7805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92" tIns="77098" rIns="101792" bIns="7709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Design</a:t>
          </a:r>
        </a:p>
      </dsp:txBody>
      <dsp:txXfrm>
        <a:off x="0" y="1778"/>
        <a:ext cx="1923626" cy="780519"/>
      </dsp:txXfrm>
    </dsp:sp>
    <dsp:sp modelId="{6BEE2E90-E12E-43C7-A665-5F3C0FABB923}">
      <dsp:nvSpPr>
        <dsp:cNvPr id="0" name=""/>
        <dsp:cNvSpPr/>
      </dsp:nvSpPr>
      <dsp:spPr>
        <a:xfrm>
          <a:off x="1923626" y="829129"/>
          <a:ext cx="7694506" cy="780519"/>
        </a:xfrm>
        <a:prstGeom prst="rect">
          <a:avLst/>
        </a:prstGeom>
        <a:solidFill>
          <a:schemeClr val="accent2">
            <a:tint val="40000"/>
            <a:alpha val="90000"/>
            <a:hueOff val="-1022960"/>
            <a:satOff val="11277"/>
            <a:lumOff val="1074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1022960"/>
              <a:satOff val="11277"/>
              <a:lumOff val="10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95" tIns="198252" rIns="149295" bIns="19825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Ensure accurate real-time data retrieval from PostgreSQL</a:t>
          </a:r>
        </a:p>
      </dsp:txBody>
      <dsp:txXfrm>
        <a:off x="1923626" y="829129"/>
        <a:ext cx="7694506" cy="780519"/>
      </dsp:txXfrm>
    </dsp:sp>
    <dsp:sp modelId="{4FCB763B-AF4E-4DB2-A35C-DF9FEEECC8EE}">
      <dsp:nvSpPr>
        <dsp:cNvPr id="0" name=""/>
        <dsp:cNvSpPr/>
      </dsp:nvSpPr>
      <dsp:spPr>
        <a:xfrm>
          <a:off x="0" y="829129"/>
          <a:ext cx="1923626" cy="780519"/>
        </a:xfrm>
        <a:prstGeom prst="rect">
          <a:avLst/>
        </a:prstGeom>
        <a:solidFill>
          <a:schemeClr val="accent2">
            <a:hueOff val="-741071"/>
            <a:satOff val="3550"/>
            <a:lumOff val="3284"/>
            <a:alphaOff val="0"/>
          </a:schemeClr>
        </a:solidFill>
        <a:ln w="19050" cap="rnd" cmpd="sng" algn="ctr">
          <a:solidFill>
            <a:schemeClr val="accent2">
              <a:hueOff val="-741071"/>
              <a:satOff val="3550"/>
              <a:lumOff val="32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92" tIns="77098" rIns="101792" bIns="7709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Ensure</a:t>
          </a:r>
        </a:p>
      </dsp:txBody>
      <dsp:txXfrm>
        <a:off x="0" y="829129"/>
        <a:ext cx="1923626" cy="780519"/>
      </dsp:txXfrm>
    </dsp:sp>
    <dsp:sp modelId="{879559DD-016D-4793-A069-23AAC418A9C1}">
      <dsp:nvSpPr>
        <dsp:cNvPr id="0" name=""/>
        <dsp:cNvSpPr/>
      </dsp:nvSpPr>
      <dsp:spPr>
        <a:xfrm>
          <a:off x="1923626" y="1656481"/>
          <a:ext cx="7694506" cy="780519"/>
        </a:xfrm>
        <a:prstGeom prst="rect">
          <a:avLst/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95" tIns="198252" rIns="149295" bIns="19825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 automated column generation based on DB content</a:t>
          </a:r>
        </a:p>
      </dsp:txBody>
      <dsp:txXfrm>
        <a:off x="1923626" y="1656481"/>
        <a:ext cx="7694506" cy="780519"/>
      </dsp:txXfrm>
    </dsp:sp>
    <dsp:sp modelId="{8A836582-AF1A-4E90-AFAE-EDF957D48818}">
      <dsp:nvSpPr>
        <dsp:cNvPr id="0" name=""/>
        <dsp:cNvSpPr/>
      </dsp:nvSpPr>
      <dsp:spPr>
        <a:xfrm>
          <a:off x="0" y="1656481"/>
          <a:ext cx="1923626" cy="780519"/>
        </a:xfrm>
        <a:prstGeom prst="rect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accent2">
              <a:hueOff val="-1482143"/>
              <a:satOff val="7100"/>
              <a:lumOff val="6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92" tIns="77098" rIns="101792" bIns="7709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Implement</a:t>
          </a:r>
        </a:p>
      </dsp:txBody>
      <dsp:txXfrm>
        <a:off x="0" y="1656481"/>
        <a:ext cx="1923626" cy="780519"/>
      </dsp:txXfrm>
    </dsp:sp>
    <dsp:sp modelId="{25E3E05A-FA50-40CA-9885-FF14B139B2D6}">
      <dsp:nvSpPr>
        <dsp:cNvPr id="0" name=""/>
        <dsp:cNvSpPr/>
      </dsp:nvSpPr>
      <dsp:spPr>
        <a:xfrm>
          <a:off x="1923626" y="2483832"/>
          <a:ext cx="7694506" cy="780519"/>
        </a:xfrm>
        <a:prstGeom prst="rect">
          <a:avLst/>
        </a:prstGeom>
        <a:solidFill>
          <a:schemeClr val="accent2">
            <a:tint val="40000"/>
            <a:alpha val="90000"/>
            <a:hueOff val="-3068879"/>
            <a:satOff val="33830"/>
            <a:lumOff val="3222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3068879"/>
              <a:satOff val="33830"/>
              <a:lumOff val="32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95" tIns="198252" rIns="149295" bIns="19825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Generate clean, professional DOCX reports for policymakers</a:t>
          </a:r>
        </a:p>
      </dsp:txBody>
      <dsp:txXfrm>
        <a:off x="1923626" y="2483832"/>
        <a:ext cx="7694506" cy="780519"/>
      </dsp:txXfrm>
    </dsp:sp>
    <dsp:sp modelId="{EBD29BF8-90E2-4866-9ED7-BFDE46E85923}">
      <dsp:nvSpPr>
        <dsp:cNvPr id="0" name=""/>
        <dsp:cNvSpPr/>
      </dsp:nvSpPr>
      <dsp:spPr>
        <a:xfrm>
          <a:off x="0" y="2483832"/>
          <a:ext cx="1923626" cy="780519"/>
        </a:xfrm>
        <a:prstGeom prst="rect">
          <a:avLst/>
        </a:prstGeom>
        <a:solidFill>
          <a:schemeClr val="accent2">
            <a:hueOff val="-2223214"/>
            <a:satOff val="10650"/>
            <a:lumOff val="9853"/>
            <a:alphaOff val="0"/>
          </a:schemeClr>
        </a:solidFill>
        <a:ln w="19050" cap="rnd" cmpd="sng" algn="ctr">
          <a:solidFill>
            <a:schemeClr val="accent2">
              <a:hueOff val="-2223214"/>
              <a:satOff val="10650"/>
              <a:lumOff val="98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92" tIns="77098" rIns="101792" bIns="7709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Generate</a:t>
          </a:r>
        </a:p>
      </dsp:txBody>
      <dsp:txXfrm>
        <a:off x="0" y="2483832"/>
        <a:ext cx="1923626" cy="780519"/>
      </dsp:txXfrm>
    </dsp:sp>
    <dsp:sp modelId="{0FA9363D-765C-4ED5-AE23-D1A73D80DBA6}">
      <dsp:nvSpPr>
        <dsp:cNvPr id="0" name=""/>
        <dsp:cNvSpPr/>
      </dsp:nvSpPr>
      <dsp:spPr>
        <a:xfrm>
          <a:off x="1923626" y="3311183"/>
          <a:ext cx="7694506" cy="780519"/>
        </a:xfrm>
        <a:prstGeom prst="rect">
          <a:avLst/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295" tIns="198252" rIns="149295" bIns="19825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Build a modular backend ready for NPCYF platform integration</a:t>
          </a:r>
        </a:p>
      </dsp:txBody>
      <dsp:txXfrm>
        <a:off x="1923626" y="3311183"/>
        <a:ext cx="7694506" cy="780519"/>
      </dsp:txXfrm>
    </dsp:sp>
    <dsp:sp modelId="{27EB04F8-B8F5-4B0B-8CC4-E335830F13FF}">
      <dsp:nvSpPr>
        <dsp:cNvPr id="0" name=""/>
        <dsp:cNvSpPr/>
      </dsp:nvSpPr>
      <dsp:spPr>
        <a:xfrm>
          <a:off x="0" y="3311183"/>
          <a:ext cx="1923626" cy="780519"/>
        </a:xfrm>
        <a:prstGeom prst="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92" tIns="77098" rIns="101792" bIns="7709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</a:t>
          </a:r>
        </a:p>
      </dsp:txBody>
      <dsp:txXfrm>
        <a:off x="0" y="3311183"/>
        <a:ext cx="1923626" cy="7805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304DC-0224-48F3-83C3-3F055D20C618}">
      <dsp:nvSpPr>
        <dsp:cNvPr id="0" name=""/>
        <dsp:cNvSpPr/>
      </dsp:nvSpPr>
      <dsp:spPr>
        <a:xfrm>
          <a:off x="0" y="379110"/>
          <a:ext cx="662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2BEC0-7D92-4371-847D-173613B8F6AA}">
      <dsp:nvSpPr>
        <dsp:cNvPr id="0" name=""/>
        <dsp:cNvSpPr/>
      </dsp:nvSpPr>
      <dsp:spPr>
        <a:xfrm>
          <a:off x="331440" y="54390"/>
          <a:ext cx="4640162" cy="6494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Database setup</a:t>
          </a:r>
          <a:endParaRPr lang="en-US" sz="2200" kern="1200" dirty="0"/>
        </a:p>
      </dsp:txBody>
      <dsp:txXfrm>
        <a:off x="363143" y="86093"/>
        <a:ext cx="4576756" cy="586034"/>
      </dsp:txXfrm>
    </dsp:sp>
    <dsp:sp modelId="{D1987CC4-BD8D-4A55-BF7C-69F62F722051}">
      <dsp:nvSpPr>
        <dsp:cNvPr id="0" name=""/>
        <dsp:cNvSpPr/>
      </dsp:nvSpPr>
      <dsp:spPr>
        <a:xfrm>
          <a:off x="0" y="1377030"/>
          <a:ext cx="662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03944-45D2-4E77-B9D5-FF49CF4D717E}">
      <dsp:nvSpPr>
        <dsp:cNvPr id="0" name=""/>
        <dsp:cNvSpPr/>
      </dsp:nvSpPr>
      <dsp:spPr>
        <a:xfrm>
          <a:off x="331440" y="1052310"/>
          <a:ext cx="4640162" cy="6494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Static report generation</a:t>
          </a:r>
          <a:endParaRPr lang="en-US" sz="2200" kern="1200"/>
        </a:p>
      </dsp:txBody>
      <dsp:txXfrm>
        <a:off x="363143" y="1084013"/>
        <a:ext cx="4576756" cy="586034"/>
      </dsp:txXfrm>
    </dsp:sp>
    <dsp:sp modelId="{D5F985D5-D582-44C1-A5B5-AF2C296B63F1}">
      <dsp:nvSpPr>
        <dsp:cNvPr id="0" name=""/>
        <dsp:cNvSpPr/>
      </dsp:nvSpPr>
      <dsp:spPr>
        <a:xfrm>
          <a:off x="0" y="2374950"/>
          <a:ext cx="662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6D0C1-DB00-427F-9AD5-0E9CE49921CD}">
      <dsp:nvSpPr>
        <dsp:cNvPr id="0" name=""/>
        <dsp:cNvSpPr/>
      </dsp:nvSpPr>
      <dsp:spPr>
        <a:xfrm>
          <a:off x="331440" y="2050230"/>
          <a:ext cx="4640162" cy="6494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Dynamic column fetching</a:t>
          </a:r>
          <a:endParaRPr lang="en-US" sz="2200" kern="1200"/>
        </a:p>
      </dsp:txBody>
      <dsp:txXfrm>
        <a:off x="363143" y="2081933"/>
        <a:ext cx="4576756" cy="586034"/>
      </dsp:txXfrm>
    </dsp:sp>
    <dsp:sp modelId="{F5A5CC59-5C1C-49BF-8350-464BBC117533}">
      <dsp:nvSpPr>
        <dsp:cNvPr id="0" name=""/>
        <dsp:cNvSpPr/>
      </dsp:nvSpPr>
      <dsp:spPr>
        <a:xfrm>
          <a:off x="0" y="3372870"/>
          <a:ext cx="662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0D8D1-622D-4168-BEE1-57A0AEC2DFC7}">
      <dsp:nvSpPr>
        <dsp:cNvPr id="0" name=""/>
        <dsp:cNvSpPr/>
      </dsp:nvSpPr>
      <dsp:spPr>
        <a:xfrm>
          <a:off x="331440" y="3048150"/>
          <a:ext cx="4640162" cy="6494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Automated DOCX formatting</a:t>
          </a:r>
          <a:endParaRPr lang="en-US" sz="2200" kern="1200"/>
        </a:p>
      </dsp:txBody>
      <dsp:txXfrm>
        <a:off x="363143" y="3079853"/>
        <a:ext cx="4576756" cy="586034"/>
      </dsp:txXfrm>
    </dsp:sp>
    <dsp:sp modelId="{749DA93F-2EC9-4192-B011-B6798AA4896B}">
      <dsp:nvSpPr>
        <dsp:cNvPr id="0" name=""/>
        <dsp:cNvSpPr/>
      </dsp:nvSpPr>
      <dsp:spPr>
        <a:xfrm>
          <a:off x="0" y="4370790"/>
          <a:ext cx="6628804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126706-10C8-442B-BDE1-3BF882F31894}">
      <dsp:nvSpPr>
        <dsp:cNvPr id="0" name=""/>
        <dsp:cNvSpPr/>
      </dsp:nvSpPr>
      <dsp:spPr>
        <a:xfrm>
          <a:off x="331440" y="4046070"/>
          <a:ext cx="4640162" cy="64944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6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387" tIns="0" rIns="175387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Final output verification</a:t>
          </a:r>
          <a:endParaRPr lang="en-US" sz="2200" kern="1200"/>
        </a:p>
      </dsp:txBody>
      <dsp:txXfrm>
        <a:off x="363143" y="4077773"/>
        <a:ext cx="4576756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6F73A-201C-4345-BFB9-9DB063B6AEE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0E217-3FC2-4BC6-8BA2-1502BFF58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0E217-3FC2-4BC6-8BA2-1502BFF58E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77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0E217-3FC2-4BC6-8BA2-1502BFF58E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7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56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6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5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4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2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2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52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1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45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5317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05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3511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69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62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AD668-CF36-462C-B057-50D58AF594F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EEE2565-EDEF-4FB6-A13A-B0C70161D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6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jp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Data" Target="../diagrams/data1.xml"/><Relationship Id="rId5" Type="http://schemas.openxmlformats.org/officeDocument/2006/relationships/hyperlink" Target="https://creativecommons.org/licenses/by/3.0/" TargetMode="External"/><Relationship Id="rId10" Type="http://schemas.microsoft.com/office/2007/relationships/diagramDrawing" Target="../diagrams/drawing1.xml"/><Relationship Id="rId4" Type="http://schemas.openxmlformats.org/officeDocument/2006/relationships/hyperlink" Target="https://www.frontiersin.org/journals/plant-science/articles/10.3389/fpls.2023.1215899/full" TargetMode="External"/><Relationship Id="rId9" Type="http://schemas.openxmlformats.org/officeDocument/2006/relationships/diagramColors" Target="../diagrams/colors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kornyev.github.io/projects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D8A15-BBCE-8270-4163-41276D14CF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0959" y="0"/>
            <a:ext cx="7696284" cy="1278040"/>
          </a:xfrm>
        </p:spPr>
        <p:txBody>
          <a:bodyPr>
            <a:normAutofit/>
          </a:bodyPr>
          <a:lstStyle/>
          <a:p>
            <a:r>
              <a:rPr lang="en-US" sz="3500" dirty="0">
                <a:highlight>
                  <a:srgbClr val="8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Dynamic, Data-Driven Reporting Module for NPCYF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36E8A-4707-E42B-F5EA-8A0FDD7D3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16" y="5648538"/>
            <a:ext cx="6990735" cy="117003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submitted to: IDEAS – Institute of Data Engineering, Analytics and Science Foundation, ISI Kolkata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00B6F1-2F0B-B91D-E4F4-FA5B14EE1CC1}"/>
              </a:ext>
            </a:extLst>
          </p:cNvPr>
          <p:cNvSpPr txBox="1"/>
          <p:nvPr/>
        </p:nvSpPr>
        <p:spPr>
          <a:xfrm>
            <a:off x="0" y="2550195"/>
            <a:ext cx="68334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SHRITANU MONDAL –M.A IN ECONOMICS(ENERGY ECONOMICS)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ECONOMICS BANARAS HINDU UNIVERSITY ,VARANASI-221005</a:t>
            </a:r>
          </a:p>
        </p:txBody>
      </p:sp>
      <p:pic>
        <p:nvPicPr>
          <p:cNvPr id="8" name="Picture 7" descr="A logo for a company">
            <a:extLst>
              <a:ext uri="{FF2B5EF4-FFF2-40B4-BE49-F238E27FC236}">
                <a16:creationId xmlns:a16="http://schemas.microsoft.com/office/drawing/2014/main" id="{35A6D0F7-558A-6BD1-D1AF-A79D08732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84" y="1211317"/>
            <a:ext cx="4611330" cy="4435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9CB81B-6201-F8E7-93AD-E714D292BEF7}"/>
              </a:ext>
            </a:extLst>
          </p:cNvPr>
          <p:cNvSpPr txBox="1"/>
          <p:nvPr/>
        </p:nvSpPr>
        <p:spPr>
          <a:xfrm>
            <a:off x="7754091" y="5987580"/>
            <a:ext cx="4437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Mentor: Mr. </a:t>
            </a:r>
            <a:r>
              <a:rPr lang="en-US" sz="1600" dirty="0" err="1"/>
              <a:t>Samyabrata</a:t>
            </a:r>
            <a:r>
              <a:rPr lang="en-US" sz="1600" dirty="0"/>
              <a:t> Roy</a:t>
            </a:r>
            <a:br>
              <a:rPr lang="en-US" sz="1600" dirty="0"/>
            </a:br>
            <a:r>
              <a:rPr lang="en-US" sz="1600" dirty="0" err="1"/>
              <a:t>Programme</a:t>
            </a:r>
            <a:r>
              <a:rPr lang="en-US" sz="1600" dirty="0"/>
              <a:t>: Autumn Internship – Data Science (2025)</a:t>
            </a:r>
          </a:p>
        </p:txBody>
      </p:sp>
    </p:spTree>
    <p:extLst>
      <p:ext uri="{BB962C8B-B14F-4D97-AF65-F5344CB8AC3E}">
        <p14:creationId xmlns:p14="http://schemas.microsoft.com/office/powerpoint/2010/main" val="340731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E2945-D234-6F13-5D01-6E45B032A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059873"/>
            <a:ext cx="10222730" cy="579812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wish to express my deepest gratitude to all the individuals and organizations who contributed to the successful completion of this project,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"Dynamic Reporting Module for Crop Yield Forecasts,"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undertaken as part of the Autumn Internship Program on Data Science 2025. A special note of appreciation goes to my mentor,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Samyabrata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(IDEAS-TIH/ISI Kolkata), for his exceptional guidance . I also extend my sincere thanks to the leadership and management team at the Institute of Data Engineering, Analytics and Science Foundation (IDEAS-TIH), Indian Statistical Institute (ISI) Kolkata, including:</a:t>
            </a:r>
          </a:p>
          <a:p>
            <a:pPr lvl="0">
              <a:lnSpc>
                <a:spcPct val="16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Sanghamitra Bandyopadhyay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Director, IDEAS-TIH</a:t>
            </a:r>
          </a:p>
          <a:p>
            <a:pPr lvl="0">
              <a:lnSpc>
                <a:spcPct val="16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Agnimitra Biswas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Chief Executive Officer (CEO)</a:t>
            </a:r>
          </a:p>
          <a:p>
            <a:pPr lvl="0">
              <a:lnSpc>
                <a:spcPct val="16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Bidisha Dobe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Operations &amp; Training Manager</a:t>
            </a:r>
          </a:p>
          <a:p>
            <a:pPr lvl="0">
              <a:lnSpc>
                <a:spcPct val="16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Diptendu Dutta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Technology Lead</a:t>
            </a:r>
          </a:p>
          <a:p>
            <a:pPr>
              <a:lnSpc>
                <a:spcPct val="16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Regards,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SHRITANU MONDAL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E6CC6-69F6-BB72-1515-4B438963C4E8}"/>
              </a:ext>
            </a:extLst>
          </p:cNvPr>
          <p:cNvSpPr txBox="1"/>
          <p:nvPr/>
        </p:nvSpPr>
        <p:spPr>
          <a:xfrm>
            <a:off x="3501738" y="446809"/>
            <a:ext cx="34497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63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78726A-5511-D067-C18B-A8D962E72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363" y="228600"/>
            <a:ext cx="3646824" cy="1096899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31D3A-695B-E2AF-DA84-BEB87939B713}"/>
              </a:ext>
            </a:extLst>
          </p:cNvPr>
          <p:cNvSpPr txBox="1"/>
          <p:nvPr/>
        </p:nvSpPr>
        <p:spPr>
          <a:xfrm>
            <a:off x="800100" y="1325499"/>
            <a:ext cx="78763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1.Intriduction……………………………………………………………………………….4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Purpose of the Project…………………………………………………………………...5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Objectives………………………………………………………………………………...6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What the Project Illustrates…………………………………………………………….7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Tools &amp; Technologies Used……………………………………………………………...8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Methodology……………………………………………………………………………..9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Dynamic Report Generation…………………………………………………………..10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Results and conclusion………………………………………………………………....11</a:t>
            </a:r>
          </a:p>
          <a:p>
            <a:pPr>
              <a:lnSpc>
                <a:spcPct val="2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9.Thank You…………………………………………………………………………….....12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562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machine in a field">
            <a:extLst>
              <a:ext uri="{FF2B5EF4-FFF2-40B4-BE49-F238E27FC236}">
                <a16:creationId xmlns:a16="http://schemas.microsoft.com/office/drawing/2014/main" id="{51ACCF7A-657E-8396-62C6-04AA3E81A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26175" y="0"/>
            <a:ext cx="5702300" cy="647945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BFF2BA-D6CD-9D4E-4EC3-24F8AFED2329}"/>
              </a:ext>
            </a:extLst>
          </p:cNvPr>
          <p:cNvSpPr txBox="1"/>
          <p:nvPr/>
        </p:nvSpPr>
        <p:spPr>
          <a:xfrm>
            <a:off x="2010640" y="62464"/>
            <a:ext cx="316403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C42B7-2DCA-6E09-CA9F-5AFE360ACF90}"/>
              </a:ext>
            </a:extLst>
          </p:cNvPr>
          <p:cNvSpPr txBox="1"/>
          <p:nvPr/>
        </p:nvSpPr>
        <p:spPr>
          <a:xfrm>
            <a:off x="6226175" y="6627168"/>
            <a:ext cx="5702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frontiersin.org/journals/plant-science/articles/10.3389/fpls.2023.1215899/ful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 dirty="0"/>
          </a:p>
        </p:txBody>
      </p:sp>
      <p:graphicFrame>
        <p:nvGraphicFramePr>
          <p:cNvPr id="13" name="Text Placeholder 3">
            <a:extLst>
              <a:ext uri="{FF2B5EF4-FFF2-40B4-BE49-F238E27FC236}">
                <a16:creationId xmlns:a16="http://schemas.microsoft.com/office/drawing/2014/main" id="{6F137568-6970-90A0-7C4B-3E0EEDF22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9068408"/>
              </p:ext>
            </p:extLst>
          </p:nvPr>
        </p:nvGraphicFramePr>
        <p:xfrm>
          <a:off x="573425" y="1101532"/>
          <a:ext cx="5037666" cy="4654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078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A5BB23-FB08-57F5-A11A-91FF9F595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863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CCF63-17E6-2B9F-5F0F-D8C08B62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11" y="157596"/>
            <a:ext cx="4439966" cy="1199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br>
              <a:rPr lang="en-US" sz="2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C6FC9-967D-53E5-11A1-6B9910E35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333" y="1223031"/>
            <a:ext cx="5245022" cy="473367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Automate official </a:t>
            </a:r>
            <a:r>
              <a:rPr lang="en-US" sz="1800" b="1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MoA&amp;FW</a:t>
            </a: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crop-forecast reports</a:t>
            </a:r>
            <a:b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Fetch data dynamically from PostgreSQL</a:t>
            </a:r>
            <a:b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Reduce manual intervention and human error</a:t>
            </a:r>
            <a:b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Ensure real-time readiness for policy workflows</a:t>
            </a:r>
          </a:p>
          <a:p>
            <a:pPr>
              <a:buFont typeface="Wingdings 3" charset="2"/>
              <a:buChar char=""/>
            </a:pP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7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86397-243C-E5E6-8F31-E60876964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0" name="Text Placeholder 3">
            <a:extLst>
              <a:ext uri="{FF2B5EF4-FFF2-40B4-BE49-F238E27FC236}">
                <a16:creationId xmlns:a16="http://schemas.microsoft.com/office/drawing/2014/main" id="{A57D97B1-6618-29D7-37D5-F4464598E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37220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333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24004C-F970-41FE-B9EF-7283C66A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Project Illustrates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2BEF3-6ADC-AC71-DAEF-C83B8C0A1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2508" y="1930400"/>
            <a:ext cx="6157381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1800" b="1" dirty="0">
                <a:highlight>
                  <a:srgbClr val="00FF00"/>
                </a:highlight>
              </a:rPr>
              <a:t>• Real-time data utilization</a:t>
            </a:r>
            <a:br>
              <a:rPr lang="en-US" sz="1800" b="1" dirty="0">
                <a:highlight>
                  <a:srgbClr val="00FF00"/>
                </a:highlight>
              </a:rPr>
            </a:br>
            <a:r>
              <a:rPr lang="en-US" sz="1800" b="1" dirty="0">
                <a:highlight>
                  <a:srgbClr val="00FF00"/>
                </a:highlight>
              </a:rPr>
              <a:t>• Scalable backend architecture</a:t>
            </a:r>
            <a:br>
              <a:rPr lang="en-US" sz="1800" b="1" dirty="0">
                <a:highlight>
                  <a:srgbClr val="00FF00"/>
                </a:highlight>
              </a:rPr>
            </a:br>
            <a:r>
              <a:rPr lang="en-US" sz="1800" b="1" dirty="0">
                <a:highlight>
                  <a:srgbClr val="00FF00"/>
                </a:highlight>
              </a:rPr>
              <a:t>• End-to-end data pipeline: DB → Python → DOCX</a:t>
            </a:r>
            <a:br>
              <a:rPr lang="en-US" sz="1800" b="1" dirty="0">
                <a:highlight>
                  <a:srgbClr val="00FF00"/>
                </a:highlight>
              </a:rPr>
            </a:br>
            <a:r>
              <a:rPr lang="en-US" sz="1800" b="1" dirty="0">
                <a:highlight>
                  <a:srgbClr val="00FF00"/>
                </a:highlight>
              </a:rPr>
              <a:t>• Automation of machine-learning outputs</a:t>
            </a:r>
            <a:br>
              <a:rPr lang="en-US" sz="1800" b="1" dirty="0">
                <a:highlight>
                  <a:srgbClr val="00FF00"/>
                </a:highlight>
              </a:rPr>
            </a:br>
            <a:r>
              <a:rPr lang="en-US" sz="1800" b="1" dirty="0">
                <a:highlight>
                  <a:srgbClr val="00FF00"/>
                </a:highlight>
              </a:rPr>
              <a:t>• Government-grade document generation</a:t>
            </a:r>
          </a:p>
          <a:p>
            <a:pPr>
              <a:buFont typeface="Wingdings 3" charset="2"/>
              <a:buChar char="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30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25DD-E092-395F-6835-6EF25CBD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60" y="75049"/>
            <a:ext cx="5564140" cy="1254987"/>
          </a:xfrm>
        </p:spPr>
        <p:txBody>
          <a:bodyPr>
            <a:normAutofit fontScale="90000"/>
          </a:bodyPr>
          <a:lstStyle/>
          <a:p>
            <a:r>
              <a:rPr lang="en-US" sz="3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  <a:br>
              <a:rPr lang="en-US" b="1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7F2E4E-EE69-4189-F983-D6BD77D3E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71717" y="1723696"/>
            <a:ext cx="2816861" cy="31741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2D244-D5BE-4D39-A31F-3D5E071E1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1194955"/>
            <a:ext cx="4964930" cy="4977245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– core development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– data storage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psycopg2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– DB connection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python-docx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– DOCX generation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– version control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261EE-CE65-7831-302D-7DAC43EEF666}"/>
              </a:ext>
            </a:extLst>
          </p:cNvPr>
          <p:cNvSpPr txBox="1"/>
          <p:nvPr/>
        </p:nvSpPr>
        <p:spPr>
          <a:xfrm>
            <a:off x="7535829" y="6344612"/>
            <a:ext cx="225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 tooltip="https://mkornyev.github.io/projects.html"/>
              </a:rPr>
              <a:t>This Photo</a:t>
            </a:r>
            <a:r>
              <a:rPr lang="en-US" sz="900" dirty="0"/>
              <a:t> by Unknown Author is licensed under </a:t>
            </a:r>
            <a:r>
              <a:rPr lang="en-US" sz="900" dirty="0">
                <a:hlinkClick r:id="rId4" tooltip="https://creativecommons.org/licenses/by/3.0/"/>
              </a:rPr>
              <a:t>CC BY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38780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12BE9-EE12-9969-2EE5-BB5D8098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sz="4400" b="1" dirty="0"/>
            </a:br>
            <a:endParaRPr lang="en-US" sz="44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ext Placeholder 3">
            <a:extLst>
              <a:ext uri="{FF2B5EF4-FFF2-40B4-BE49-F238E27FC236}">
                <a16:creationId xmlns:a16="http://schemas.microsoft.com/office/drawing/2014/main" id="{278AC3C4-D84E-AAB0-9E69-B1B9A9AAB6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8046001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560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A86C9D-4384-ABEA-FD9D-760A30B37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863" b="1"/>
          <a:stretch>
            <a:fillRect/>
          </a:stretch>
        </p:blipFill>
        <p:spPr>
          <a:xfrm>
            <a:off x="5339254" y="-1"/>
            <a:ext cx="6852745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328582-572A-A429-8F40-7D29B7A1F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6428"/>
            <a:ext cx="5644055" cy="121583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Report Generation</a:t>
            </a:r>
            <a:b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44B47-CB07-769B-824D-4C463E760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52" y="1492004"/>
            <a:ext cx="5910831" cy="437881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</a:pPr>
            <a:br>
              <a:rPr lang="en-US" dirty="0">
                <a:highlight>
                  <a:srgbClr val="00FF00"/>
                </a:highlight>
              </a:rPr>
            </a:b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Automatically detects available methods (RF, ARIMA, </a:t>
            </a:r>
            <a:r>
              <a:rPr lang="en-US" sz="18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Automatically detects </a:t>
            </a:r>
            <a:r>
              <a:rPr lang="en-US" sz="18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MoA&amp;FW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years</a:t>
            </a:r>
            <a:b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Builds headers accordingly</a:t>
            </a:r>
            <a:b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No manual code updates needed</a:t>
            </a:r>
          </a:p>
          <a:p>
            <a:pPr>
              <a:buFont typeface="Wingdings 3" charset="2"/>
              <a:buChar char=""/>
            </a:pP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75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7DFB5DE9-D436-67CA-CA40-DEF8728B9B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71" r="3821" b="-2"/>
          <a:stretch>
            <a:fillRect/>
          </a:stretch>
        </p:blipFill>
        <p:spPr>
          <a:xfrm>
            <a:off x="4438730" y="8466"/>
            <a:ext cx="758000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BD724-D41F-18FA-1B6C-DF4FF680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78" y="156238"/>
            <a:ext cx="5048058" cy="1392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conclusion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AE49A-BEEF-95E7-D755-0DDA100EC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3" y="2160589"/>
            <a:ext cx="8617592" cy="3880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Report Table  Example</a:t>
            </a:r>
            <a:r>
              <a:rPr lang="en-US" sz="1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 | RF Forecast | 2024-25 </a:t>
            </a:r>
            <a:r>
              <a:rPr lang="en-US" sz="1800" b="1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MoA&amp;FW</a:t>
            </a:r>
            <a:r>
              <a:rPr lang="en-US" sz="18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| 2023-24 </a:t>
            </a:r>
            <a:r>
              <a:rPr lang="en-US" sz="1800" b="1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MoA&amp;FW</a:t>
            </a:r>
            <a:endParaRPr lang="en-US" sz="1800" b="1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US" sz="20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Fully automated DOCX generation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Dynamic headers verified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Accurate data population</a:t>
            </a:r>
            <a:b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• Compliance with NPCYF/</a:t>
            </a:r>
            <a:r>
              <a:rPr lang="en-US" sz="2000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MoA&amp;FW</a:t>
            </a:r>
            <a:r>
              <a:rPr lang="en-US" sz="20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format</a:t>
            </a:r>
          </a:p>
          <a:p>
            <a:pPr>
              <a:buFont typeface="Wingdings 3" charset="2"/>
              <a:buChar char=""/>
            </a:pP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4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158" name="Rectangle 157">
            <a:extLst>
              <a:ext uri="{FF2B5EF4-FFF2-40B4-BE49-F238E27FC236}">
                <a16:creationId xmlns:a16="http://schemas.microsoft.com/office/drawing/2014/main" id="{DD6BC9EB-F181-48AB-BCA2-3D1DB20D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42970-3A34-B9AC-B8D4-31BB5E0776B2}"/>
              </a:ext>
            </a:extLst>
          </p:cNvPr>
          <p:cNvSpPr txBox="1"/>
          <p:nvPr/>
        </p:nvSpPr>
        <p:spPr>
          <a:xfrm>
            <a:off x="1507066" y="999460"/>
            <a:ext cx="5698067" cy="4479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59" name="Isosceles Triangle 158">
            <a:extLst>
              <a:ext uri="{FF2B5EF4-FFF2-40B4-BE49-F238E27FC236}">
                <a16:creationId xmlns:a16="http://schemas.microsoft.com/office/drawing/2014/main" id="{D33AAA80-39DC-4020-9BFF-0718F35C7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9C5D90B-7EE3-4D26-AB7D-A5A3A6E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39186"/>
            <a:ext cx="0" cy="3200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1177F295-741F-4EFF-B0CA-BE69295AD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11349404" y="121775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908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332</TotalTime>
  <Words>583</Words>
  <Application>Microsoft Office PowerPoint</Application>
  <PresentationFormat>Widescreen</PresentationFormat>
  <Paragraphs>65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Times New Roman</vt:lpstr>
      <vt:lpstr>Trebuchet MS</vt:lpstr>
      <vt:lpstr>Wingdings 3</vt:lpstr>
      <vt:lpstr>Facet</vt:lpstr>
      <vt:lpstr>Development of a Dynamic, Data-Driven Reporting Module for NPCYF</vt:lpstr>
      <vt:lpstr>PowerPoint Presentation</vt:lpstr>
      <vt:lpstr>PowerPoint Presentation</vt:lpstr>
      <vt:lpstr>PowerPoint Presentation</vt:lpstr>
      <vt:lpstr>Purpose of the Project </vt:lpstr>
      <vt:lpstr>Objectives</vt:lpstr>
      <vt:lpstr>What the Project Illustrates </vt:lpstr>
      <vt:lpstr>Tools &amp; Technologies Used </vt:lpstr>
      <vt:lpstr>Methodology </vt:lpstr>
      <vt:lpstr>Dynamic Report Generation </vt:lpstr>
      <vt:lpstr>Results and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8</cp:revision>
  <dcterms:created xsi:type="dcterms:W3CDTF">2025-11-14T10:05:30Z</dcterms:created>
  <dcterms:modified xsi:type="dcterms:W3CDTF">2025-11-14T15:38:05Z</dcterms:modified>
</cp:coreProperties>
</file>